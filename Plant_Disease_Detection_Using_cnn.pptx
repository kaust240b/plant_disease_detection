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6"/>
  </p:notesMasterIdLst>
  <p:sldIdLst>
    <p:sldId id="256" r:id="rId2"/>
    <p:sldId id="318" r:id="rId3"/>
    <p:sldId id="312" r:id="rId4"/>
    <p:sldId id="319" r:id="rId5"/>
    <p:sldId id="320" r:id="rId6"/>
    <p:sldId id="314" r:id="rId7"/>
    <p:sldId id="313" r:id="rId8"/>
    <p:sldId id="310" r:id="rId9"/>
    <p:sldId id="309" r:id="rId10"/>
    <p:sldId id="311" r:id="rId11"/>
    <p:sldId id="302" r:id="rId12"/>
    <p:sldId id="303" r:id="rId13"/>
    <p:sldId id="315" r:id="rId14"/>
    <p:sldId id="316" r:id="rId15"/>
  </p:sldIdLst>
  <p:sldSz cx="9144000" cy="5143500" type="screen16x9"/>
  <p:notesSz cx="6858000" cy="9144000"/>
  <p:embeddedFontLst>
    <p:embeddedFont>
      <p:font typeface="Bebas Neue" panose="020B0606020202050201" pitchFamily="34" charset="0"/>
      <p:regular r:id="rId17"/>
    </p:embeddedFont>
    <p:embeddedFont>
      <p:font typeface="Cormorant Garamond" panose="020B0604020202020204" charset="0"/>
      <p:regular r:id="rId18"/>
      <p:bold r:id="rId19"/>
      <p:italic r:id="rId20"/>
      <p:boldItalic r:id="rId21"/>
    </p:embeddedFont>
    <p:embeddedFont>
      <p:font typeface="Lato" panose="020F0502020204030203" pitchFamily="34" charset="0"/>
      <p:regular r:id="rId22"/>
      <p:bold r:id="rId23"/>
      <p:italic r:id="rId24"/>
      <p:boldItalic r:id="rId25"/>
    </p:embeddedFont>
    <p:embeddedFont>
      <p:font typeface="PT Sans" panose="020B0503020203020204" pitchFamily="34" charset="0"/>
      <p:regular r:id="rId26"/>
    </p:embeddedFont>
    <p:embeddedFont>
      <p:font typeface="Roboto Condensed Light" panose="02000000000000000000" pitchFamily="2" charset="0"/>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13D794D-36D1-4DAC-B3FD-34A6D07DDC76}">
  <a:tblStyle styleId="{713D794D-36D1-4DAC-B3FD-34A6D07DDC7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D5E6C56-144B-49CF-AC2E-126BAA8B44B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1740" y="-17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0628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4877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1377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6705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2797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5359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5550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75039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8" Type="http://schemas.openxmlformats.org/officeDocument/2006/relationships/hyperlink" Target="http://bit.ly/2TyoMsr" TargetMode="External"/><Relationship Id="rId3" Type="http://schemas.openxmlformats.org/officeDocument/2006/relationships/image" Target="../media/image2.png"/><Relationship Id="rId7"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0" name="Google Shape;10;p2"/>
          <p:cNvPicPr preferRelativeResize="0"/>
          <p:nvPr/>
        </p:nvPicPr>
        <p:blipFill>
          <a:blip r:embed="rId3">
            <a:alphaModFix amt="50000"/>
          </a:blip>
          <a:stretch>
            <a:fillRect/>
          </a:stretch>
        </p:blipFill>
        <p:spPr>
          <a:xfrm>
            <a:off x="-5570974" y="-1478615"/>
            <a:ext cx="12568125" cy="9076275"/>
          </a:xfrm>
          <a:prstGeom prst="rect">
            <a:avLst/>
          </a:prstGeom>
          <a:noFill/>
          <a:ln>
            <a:noFill/>
          </a:ln>
        </p:spPr>
      </p:pic>
      <p:sp>
        <p:nvSpPr>
          <p:cNvPr id="11" name="Google Shape;11;p2"/>
          <p:cNvSpPr txBox="1">
            <a:spLocks noGrp="1"/>
          </p:cNvSpPr>
          <p:nvPr>
            <p:ph type="ctrTitle"/>
          </p:nvPr>
        </p:nvSpPr>
        <p:spPr>
          <a:xfrm>
            <a:off x="713100" y="1265125"/>
            <a:ext cx="5489100" cy="22626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2" name="Google Shape;12;p2"/>
          <p:cNvSpPr txBox="1">
            <a:spLocks noGrp="1"/>
          </p:cNvSpPr>
          <p:nvPr>
            <p:ph type="subTitle" idx="1"/>
          </p:nvPr>
        </p:nvSpPr>
        <p:spPr>
          <a:xfrm>
            <a:off x="713100" y="3527725"/>
            <a:ext cx="4528800" cy="350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3" name="Google Shape;13;p2"/>
          <p:cNvSpPr>
            <a:spLocks noGrp="1"/>
          </p:cNvSpPr>
          <p:nvPr>
            <p:ph type="pic" idx="2"/>
          </p:nvPr>
        </p:nvSpPr>
        <p:spPr>
          <a:xfrm>
            <a:off x="6228000" y="1246800"/>
            <a:ext cx="2190900" cy="2649900"/>
          </a:xfrm>
          <a:prstGeom prst="rect">
            <a:avLst/>
          </a:prstGeom>
          <a:noFill/>
          <a:ln w="76200" cap="flat" cmpd="sng">
            <a:solidFill>
              <a:schemeClr val="lt1"/>
            </a:solidFill>
            <a:prstDash val="solid"/>
            <a:miter lim="8000"/>
            <a:headEnd type="none" w="sm" len="sm"/>
            <a:tailEnd type="none" w="sm" len="sm"/>
          </a:ln>
        </p:spPr>
        <p:txBody>
          <a:bodyPr/>
          <a:lstStyle/>
          <a:p>
            <a:endParaRPr lang="en-IN"/>
          </a:p>
        </p:txBody>
      </p:sp>
      <p:pic>
        <p:nvPicPr>
          <p:cNvPr id="14" name="Google Shape;14;p2"/>
          <p:cNvPicPr preferRelativeResize="0"/>
          <p:nvPr/>
        </p:nvPicPr>
        <p:blipFill>
          <a:blip r:embed="rId4">
            <a:alphaModFix/>
          </a:blip>
          <a:stretch>
            <a:fillRect/>
          </a:stretch>
        </p:blipFill>
        <p:spPr>
          <a:xfrm>
            <a:off x="7780521" y="4465301"/>
            <a:ext cx="976751" cy="384124"/>
          </a:xfrm>
          <a:prstGeom prst="rect">
            <a:avLst/>
          </a:prstGeom>
          <a:noFill/>
          <a:ln>
            <a:noFill/>
          </a:ln>
        </p:spPr>
      </p:pic>
      <p:pic>
        <p:nvPicPr>
          <p:cNvPr id="15" name="Google Shape;15;p2"/>
          <p:cNvPicPr preferRelativeResize="0"/>
          <p:nvPr/>
        </p:nvPicPr>
        <p:blipFill>
          <a:blip r:embed="rId5">
            <a:alphaModFix/>
          </a:blip>
          <a:stretch>
            <a:fillRect/>
          </a:stretch>
        </p:blipFill>
        <p:spPr>
          <a:xfrm>
            <a:off x="6619050" y="4269650"/>
            <a:ext cx="1275243" cy="50152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pic>
        <p:nvPicPr>
          <p:cNvPr id="17" name="Google Shape;17;p3"/>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8" name="Google Shape;18;p3"/>
          <p:cNvPicPr preferRelativeResize="0"/>
          <p:nvPr/>
        </p:nvPicPr>
        <p:blipFill>
          <a:blip r:embed="rId3">
            <a:alphaModFix amt="50000"/>
          </a:blip>
          <a:stretch>
            <a:fillRect/>
          </a:stretch>
        </p:blipFill>
        <p:spPr>
          <a:xfrm rot="195476">
            <a:off x="-7958148" y="-1435179"/>
            <a:ext cx="12568127" cy="9076276"/>
          </a:xfrm>
          <a:prstGeom prst="rect">
            <a:avLst/>
          </a:prstGeom>
          <a:noFill/>
          <a:ln>
            <a:noFill/>
          </a:ln>
        </p:spPr>
      </p:pic>
      <p:sp>
        <p:nvSpPr>
          <p:cNvPr id="19" name="Google Shape;19;p3"/>
          <p:cNvSpPr txBox="1">
            <a:spLocks noGrp="1"/>
          </p:cNvSpPr>
          <p:nvPr>
            <p:ph type="title"/>
          </p:nvPr>
        </p:nvSpPr>
        <p:spPr>
          <a:xfrm>
            <a:off x="713100" y="2742338"/>
            <a:ext cx="4853700" cy="84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0" name="Google Shape;20;p3"/>
          <p:cNvSpPr txBox="1">
            <a:spLocks noGrp="1"/>
          </p:cNvSpPr>
          <p:nvPr>
            <p:ph type="title" idx="2" hasCustomPrompt="1"/>
          </p:nvPr>
        </p:nvSpPr>
        <p:spPr>
          <a:xfrm>
            <a:off x="4165200" y="1559363"/>
            <a:ext cx="1401600" cy="1078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96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1" name="Google Shape;21;p3"/>
          <p:cNvSpPr>
            <a:spLocks noGrp="1"/>
          </p:cNvSpPr>
          <p:nvPr>
            <p:ph type="pic" idx="3"/>
          </p:nvPr>
        </p:nvSpPr>
        <p:spPr>
          <a:xfrm>
            <a:off x="5928750" y="1246800"/>
            <a:ext cx="2190900" cy="26499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pic>
        <p:nvPicPr>
          <p:cNvPr id="23" name="Google Shape;23;p4"/>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24" name="Google Shape;24;p4"/>
          <p:cNvPicPr preferRelativeResize="0"/>
          <p:nvPr/>
        </p:nvPicPr>
        <p:blipFill>
          <a:blip r:embed="rId3">
            <a:alphaModFix amt="50000"/>
          </a:blip>
          <a:stretch>
            <a:fillRect/>
          </a:stretch>
        </p:blipFill>
        <p:spPr>
          <a:xfrm rot="-3223329">
            <a:off x="-6504037" y="2614496"/>
            <a:ext cx="12568128" cy="9076276"/>
          </a:xfrm>
          <a:prstGeom prst="rect">
            <a:avLst/>
          </a:prstGeom>
          <a:noFill/>
          <a:ln>
            <a:noFill/>
          </a:ln>
        </p:spPr>
      </p:pic>
      <p:pic>
        <p:nvPicPr>
          <p:cNvPr id="25" name="Google Shape;25;p4"/>
          <p:cNvPicPr preferRelativeResize="0"/>
          <p:nvPr/>
        </p:nvPicPr>
        <p:blipFill>
          <a:blip r:embed="rId3">
            <a:alphaModFix amt="50000"/>
          </a:blip>
          <a:stretch>
            <a:fillRect/>
          </a:stretch>
        </p:blipFill>
        <p:spPr>
          <a:xfrm rot="3427688" flipH="1">
            <a:off x="2754261" y="2843083"/>
            <a:ext cx="12568129" cy="9076300"/>
          </a:xfrm>
          <a:prstGeom prst="rect">
            <a:avLst/>
          </a:prstGeom>
          <a:noFill/>
          <a:ln>
            <a:noFill/>
          </a:ln>
        </p:spPr>
      </p:pic>
      <p:pic>
        <p:nvPicPr>
          <p:cNvPr id="26" name="Google Shape;26;p4"/>
          <p:cNvPicPr preferRelativeResize="0"/>
          <p:nvPr/>
        </p:nvPicPr>
        <p:blipFill>
          <a:blip r:embed="rId4">
            <a:alphaModFix/>
          </a:blip>
          <a:stretch>
            <a:fillRect/>
          </a:stretch>
        </p:blipFill>
        <p:spPr>
          <a:xfrm>
            <a:off x="7891494" y="159913"/>
            <a:ext cx="900260" cy="354050"/>
          </a:xfrm>
          <a:prstGeom prst="rect">
            <a:avLst/>
          </a:prstGeom>
          <a:noFill/>
          <a:ln>
            <a:noFill/>
          </a:ln>
        </p:spPr>
      </p:pic>
      <p:pic>
        <p:nvPicPr>
          <p:cNvPr id="27" name="Google Shape;27;p4"/>
          <p:cNvPicPr preferRelativeResize="0"/>
          <p:nvPr/>
        </p:nvPicPr>
        <p:blipFill rotWithShape="1">
          <a:blip r:embed="rId5">
            <a:alphaModFix/>
          </a:blip>
          <a:srcRect l="2244" r="2244"/>
          <a:stretch/>
        </p:blipFill>
        <p:spPr>
          <a:xfrm rot="10278478">
            <a:off x="6970450" y="4161812"/>
            <a:ext cx="1376550" cy="714400"/>
          </a:xfrm>
          <a:prstGeom prst="rect">
            <a:avLst/>
          </a:prstGeom>
          <a:noFill/>
          <a:ln>
            <a:noFill/>
          </a:ln>
        </p:spPr>
      </p:pic>
      <p:pic>
        <p:nvPicPr>
          <p:cNvPr id="28" name="Google Shape;28;p4"/>
          <p:cNvPicPr preferRelativeResize="0"/>
          <p:nvPr/>
        </p:nvPicPr>
        <p:blipFill>
          <a:blip r:embed="rId6">
            <a:alphaModFix/>
          </a:blip>
          <a:stretch>
            <a:fillRect/>
          </a:stretch>
        </p:blipFill>
        <p:spPr>
          <a:xfrm>
            <a:off x="81075" y="2008775"/>
            <a:ext cx="617750" cy="2053126"/>
          </a:xfrm>
          <a:prstGeom prst="rect">
            <a:avLst/>
          </a:prstGeom>
          <a:noFill/>
          <a:ln>
            <a:noFill/>
          </a:ln>
        </p:spPr>
      </p:pic>
      <p:pic>
        <p:nvPicPr>
          <p:cNvPr id="29" name="Google Shape;29;p4"/>
          <p:cNvPicPr preferRelativeResize="0"/>
          <p:nvPr/>
        </p:nvPicPr>
        <p:blipFill>
          <a:blip r:embed="rId7">
            <a:alphaModFix/>
          </a:blip>
          <a:stretch>
            <a:fillRect/>
          </a:stretch>
        </p:blipFill>
        <p:spPr>
          <a:xfrm rot="-5400000">
            <a:off x="8128803" y="4492863"/>
            <a:ext cx="528529" cy="271512"/>
          </a:xfrm>
          <a:prstGeom prst="rect">
            <a:avLst/>
          </a:prstGeom>
          <a:noFill/>
          <a:ln>
            <a:noFill/>
          </a:ln>
        </p:spPr>
      </p:pic>
      <p:pic>
        <p:nvPicPr>
          <p:cNvPr id="30" name="Google Shape;30;p4"/>
          <p:cNvPicPr preferRelativeResize="0"/>
          <p:nvPr/>
        </p:nvPicPr>
        <p:blipFill>
          <a:blip r:embed="rId8">
            <a:alphaModFix/>
          </a:blip>
          <a:stretch>
            <a:fillRect/>
          </a:stretch>
        </p:blipFill>
        <p:spPr>
          <a:xfrm>
            <a:off x="4410814" y="4486664"/>
            <a:ext cx="1032874" cy="406200"/>
          </a:xfrm>
          <a:prstGeom prst="rect">
            <a:avLst/>
          </a:prstGeom>
          <a:noFill/>
          <a:ln>
            <a:noFill/>
          </a:ln>
        </p:spPr>
      </p:pic>
      <p:sp>
        <p:nvSpPr>
          <p:cNvPr id="31" name="Google Shape;31;p4"/>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 name="Google Shape;32;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Char char="●"/>
              <a:defRPr sz="1200">
                <a:solidFill>
                  <a:srgbClr val="434343"/>
                </a:solidFill>
              </a:defRPr>
            </a:lvl1pPr>
            <a:lvl2pPr marL="914400" lvl="1" indent="-304800" rtl="0">
              <a:lnSpc>
                <a:spcPct val="115000"/>
              </a:lnSpc>
              <a:spcBef>
                <a:spcPts val="1600"/>
              </a:spcBef>
              <a:spcAft>
                <a:spcPts val="0"/>
              </a:spcAft>
              <a:buClr>
                <a:schemeClr val="dk1"/>
              </a:buClr>
              <a:buSzPts val="1200"/>
              <a:buFont typeface="Roboto Condensed Light"/>
              <a:buChar char="○"/>
              <a:defRPr>
                <a:solidFill>
                  <a:srgbClr val="434343"/>
                </a:solidFill>
              </a:defRPr>
            </a:lvl2pPr>
            <a:lvl3pPr marL="1371600" lvl="2" indent="-304800" rtl="0">
              <a:lnSpc>
                <a:spcPct val="115000"/>
              </a:lnSpc>
              <a:spcBef>
                <a:spcPts val="1600"/>
              </a:spcBef>
              <a:spcAft>
                <a:spcPts val="0"/>
              </a:spcAft>
              <a:buClr>
                <a:schemeClr val="dk1"/>
              </a:buClr>
              <a:buSzPts val="1200"/>
              <a:buFont typeface="Roboto Condensed Light"/>
              <a:buChar char="■"/>
              <a:defRPr>
                <a:solidFill>
                  <a:srgbClr val="434343"/>
                </a:solidFill>
              </a:defRPr>
            </a:lvl3pPr>
            <a:lvl4pPr marL="1828800" lvl="3" indent="-304800" rtl="0">
              <a:lnSpc>
                <a:spcPct val="115000"/>
              </a:lnSpc>
              <a:spcBef>
                <a:spcPts val="1600"/>
              </a:spcBef>
              <a:spcAft>
                <a:spcPts val="0"/>
              </a:spcAft>
              <a:buClr>
                <a:schemeClr val="dk1"/>
              </a:buClr>
              <a:buSzPts val="1200"/>
              <a:buFont typeface="Roboto Condensed Light"/>
              <a:buChar char="●"/>
              <a:defRPr>
                <a:solidFill>
                  <a:srgbClr val="434343"/>
                </a:solidFill>
              </a:defRPr>
            </a:lvl4pPr>
            <a:lvl5pPr marL="2286000" lvl="4" indent="-304800" rtl="0">
              <a:lnSpc>
                <a:spcPct val="115000"/>
              </a:lnSpc>
              <a:spcBef>
                <a:spcPts val="1600"/>
              </a:spcBef>
              <a:spcAft>
                <a:spcPts val="0"/>
              </a:spcAft>
              <a:buClr>
                <a:schemeClr val="dk1"/>
              </a:buClr>
              <a:buSzPts val="1200"/>
              <a:buFont typeface="Roboto Condensed Light"/>
              <a:buChar char="○"/>
              <a:defRPr>
                <a:solidFill>
                  <a:srgbClr val="434343"/>
                </a:solidFill>
              </a:defRPr>
            </a:lvl5pPr>
            <a:lvl6pPr marL="2743200" lvl="5" indent="-304800" rtl="0">
              <a:lnSpc>
                <a:spcPct val="115000"/>
              </a:lnSpc>
              <a:spcBef>
                <a:spcPts val="1600"/>
              </a:spcBef>
              <a:spcAft>
                <a:spcPts val="0"/>
              </a:spcAft>
              <a:buClr>
                <a:schemeClr val="dk1"/>
              </a:buClr>
              <a:buSzPts val="1200"/>
              <a:buFont typeface="Roboto Condensed Light"/>
              <a:buChar char="■"/>
              <a:defRPr>
                <a:solidFill>
                  <a:srgbClr val="434343"/>
                </a:solidFill>
              </a:defRPr>
            </a:lvl6pPr>
            <a:lvl7pPr marL="3200400" lvl="6" indent="-304800" rtl="0">
              <a:lnSpc>
                <a:spcPct val="115000"/>
              </a:lnSpc>
              <a:spcBef>
                <a:spcPts val="1600"/>
              </a:spcBef>
              <a:spcAft>
                <a:spcPts val="0"/>
              </a:spcAft>
              <a:buClr>
                <a:schemeClr val="dk1"/>
              </a:buClr>
              <a:buSzPts val="1200"/>
              <a:buFont typeface="Roboto Condensed Light"/>
              <a:buChar char="●"/>
              <a:defRPr>
                <a:solidFill>
                  <a:srgbClr val="434343"/>
                </a:solidFill>
              </a:defRPr>
            </a:lvl7pPr>
            <a:lvl8pPr marL="3657600" lvl="7" indent="-304800" rtl="0">
              <a:lnSpc>
                <a:spcPct val="115000"/>
              </a:lnSpc>
              <a:spcBef>
                <a:spcPts val="1600"/>
              </a:spcBef>
              <a:spcAft>
                <a:spcPts val="0"/>
              </a:spcAft>
              <a:buClr>
                <a:schemeClr val="dk1"/>
              </a:buClr>
              <a:buSzPts val="1200"/>
              <a:buFont typeface="Roboto Condensed Light"/>
              <a:buChar char="○"/>
              <a:defRPr>
                <a:solidFill>
                  <a:srgbClr val="434343"/>
                </a:solidFill>
              </a:defRPr>
            </a:lvl8pPr>
            <a:lvl9pPr marL="4114800" lvl="8" indent="-304800" rtl="0">
              <a:lnSpc>
                <a:spcPct val="115000"/>
              </a:lnSpc>
              <a:spcBef>
                <a:spcPts val="1600"/>
              </a:spcBef>
              <a:spcAft>
                <a:spcPts val="1600"/>
              </a:spcAft>
              <a:buClr>
                <a:schemeClr val="dk1"/>
              </a:buClr>
              <a:buSzPts val="1200"/>
              <a:buFont typeface="Roboto Condensed Light"/>
              <a:buChar char="■"/>
              <a:defRPr>
                <a:solidFill>
                  <a:srgbClr val="434343"/>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pic>
        <p:nvPicPr>
          <p:cNvPr id="34" name="Google Shape;34;p5"/>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35" name="Google Shape;35;p5"/>
          <p:cNvPicPr preferRelativeResize="0"/>
          <p:nvPr/>
        </p:nvPicPr>
        <p:blipFill>
          <a:blip r:embed="rId3">
            <a:alphaModFix amt="50000"/>
          </a:blip>
          <a:stretch>
            <a:fillRect/>
          </a:stretch>
        </p:blipFill>
        <p:spPr>
          <a:xfrm rot="-3223329">
            <a:off x="-6297449" y="2451021"/>
            <a:ext cx="12568128" cy="9076276"/>
          </a:xfrm>
          <a:prstGeom prst="rect">
            <a:avLst/>
          </a:prstGeom>
          <a:noFill/>
          <a:ln>
            <a:noFill/>
          </a:ln>
        </p:spPr>
      </p:pic>
      <p:sp>
        <p:nvSpPr>
          <p:cNvPr id="36" name="Google Shape;36;p5"/>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 name="Google Shape;37;p5"/>
          <p:cNvSpPr txBox="1">
            <a:spLocks noGrp="1"/>
          </p:cNvSpPr>
          <p:nvPr>
            <p:ph type="subTitle" idx="1"/>
          </p:nvPr>
        </p:nvSpPr>
        <p:spPr>
          <a:xfrm>
            <a:off x="2625325" y="1811471"/>
            <a:ext cx="4767300" cy="8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 name="Google Shape;38;p5"/>
          <p:cNvSpPr txBox="1">
            <a:spLocks noGrp="1"/>
          </p:cNvSpPr>
          <p:nvPr>
            <p:ph type="subTitle" idx="2"/>
          </p:nvPr>
        </p:nvSpPr>
        <p:spPr>
          <a:xfrm>
            <a:off x="2625325" y="3393546"/>
            <a:ext cx="4767300" cy="8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 name="Google Shape;39;p5"/>
          <p:cNvSpPr txBox="1">
            <a:spLocks noGrp="1"/>
          </p:cNvSpPr>
          <p:nvPr>
            <p:ph type="subTitle" idx="3"/>
          </p:nvPr>
        </p:nvSpPr>
        <p:spPr>
          <a:xfrm>
            <a:off x="2625325" y="1492825"/>
            <a:ext cx="47673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Cormorant Garamond"/>
              <a:buNone/>
              <a:defRPr sz="2000" b="1">
                <a:solidFill>
                  <a:schemeClr val="dk1"/>
                </a:solidFill>
                <a:latin typeface="Cormorant Garamond"/>
                <a:ea typeface="Cormorant Garamond"/>
                <a:cs typeface="Cormorant Garamond"/>
                <a:sym typeface="Cormorant Garamond"/>
              </a:defRPr>
            </a:lvl1pPr>
            <a:lvl2pPr lvl="1"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2pPr>
            <a:lvl3pPr lvl="2"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3pPr>
            <a:lvl4pPr lvl="3"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4pPr>
            <a:lvl5pPr lvl="4"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5pPr>
            <a:lvl6pPr lvl="5"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6pPr>
            <a:lvl7pPr lvl="6"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7pPr>
            <a:lvl8pPr lvl="7"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8pPr>
            <a:lvl9pPr lvl="8"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9pPr>
          </a:lstStyle>
          <a:p>
            <a:endParaRPr/>
          </a:p>
        </p:txBody>
      </p:sp>
      <p:sp>
        <p:nvSpPr>
          <p:cNvPr id="40" name="Google Shape;40;p5"/>
          <p:cNvSpPr txBox="1">
            <a:spLocks noGrp="1"/>
          </p:cNvSpPr>
          <p:nvPr>
            <p:ph type="subTitle" idx="4"/>
          </p:nvPr>
        </p:nvSpPr>
        <p:spPr>
          <a:xfrm>
            <a:off x="2625325" y="3074950"/>
            <a:ext cx="47673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Cormorant Garamond"/>
              <a:buNone/>
              <a:defRPr sz="2000" b="1">
                <a:solidFill>
                  <a:schemeClr val="dk1"/>
                </a:solidFill>
                <a:latin typeface="Cormorant Garamond"/>
                <a:ea typeface="Cormorant Garamond"/>
                <a:cs typeface="Cormorant Garamond"/>
                <a:sym typeface="Cormorant Garamond"/>
              </a:defRPr>
            </a:lvl1pPr>
            <a:lvl2pPr lvl="1"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2pPr>
            <a:lvl3pPr lvl="2"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3pPr>
            <a:lvl4pPr lvl="3"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4pPr>
            <a:lvl5pPr lvl="4"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5pPr>
            <a:lvl6pPr lvl="5"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6pPr>
            <a:lvl7pPr lvl="6"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7pPr>
            <a:lvl8pPr lvl="7"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8pPr>
            <a:lvl9pPr lvl="8" rtl="0">
              <a:lnSpc>
                <a:spcPct val="100000"/>
              </a:lnSpc>
              <a:spcBef>
                <a:spcPts val="0"/>
              </a:spcBef>
              <a:spcAft>
                <a:spcPts val="0"/>
              </a:spcAft>
              <a:buSzPts val="2000"/>
              <a:buFont typeface="Cormorant Garamond"/>
              <a:buNone/>
              <a:defRPr sz="2000">
                <a:latin typeface="Cormorant Garamond"/>
                <a:ea typeface="Cormorant Garamond"/>
                <a:cs typeface="Cormorant Garamond"/>
                <a:sym typeface="Cormorant Garamond"/>
              </a:defRPr>
            </a:lvl9pPr>
          </a:lstStyle>
          <a:p>
            <a:endParaRPr/>
          </a:p>
        </p:txBody>
      </p:sp>
      <p:pic>
        <p:nvPicPr>
          <p:cNvPr id="41" name="Google Shape;41;p5"/>
          <p:cNvPicPr preferRelativeResize="0"/>
          <p:nvPr/>
        </p:nvPicPr>
        <p:blipFill>
          <a:blip r:embed="rId3">
            <a:alphaModFix amt="50000"/>
          </a:blip>
          <a:stretch>
            <a:fillRect/>
          </a:stretch>
        </p:blipFill>
        <p:spPr>
          <a:xfrm rot="-3223329">
            <a:off x="3688726" y="2812971"/>
            <a:ext cx="12568128" cy="9076276"/>
          </a:xfrm>
          <a:prstGeom prst="rect">
            <a:avLst/>
          </a:prstGeom>
          <a:noFill/>
          <a:ln>
            <a:noFill/>
          </a:ln>
        </p:spPr>
      </p:pic>
      <p:pic>
        <p:nvPicPr>
          <p:cNvPr id="42" name="Google Shape;42;p5"/>
          <p:cNvPicPr preferRelativeResize="0"/>
          <p:nvPr/>
        </p:nvPicPr>
        <p:blipFill>
          <a:blip r:embed="rId4">
            <a:alphaModFix/>
          </a:blip>
          <a:stretch>
            <a:fillRect/>
          </a:stretch>
        </p:blipFill>
        <p:spPr>
          <a:xfrm>
            <a:off x="7250274" y="4460697"/>
            <a:ext cx="1367651" cy="537875"/>
          </a:xfrm>
          <a:prstGeom prst="rect">
            <a:avLst/>
          </a:prstGeom>
          <a:noFill/>
          <a:ln>
            <a:noFill/>
          </a:ln>
        </p:spPr>
      </p:pic>
      <p:pic>
        <p:nvPicPr>
          <p:cNvPr id="43" name="Google Shape;43;p5"/>
          <p:cNvPicPr preferRelativeResize="0"/>
          <p:nvPr/>
        </p:nvPicPr>
        <p:blipFill rotWithShape="1">
          <a:blip r:embed="rId5">
            <a:alphaModFix/>
          </a:blip>
          <a:srcRect l="1257" r="1257"/>
          <a:stretch/>
        </p:blipFill>
        <p:spPr>
          <a:xfrm rot="-5400000">
            <a:off x="-517988" y="2976412"/>
            <a:ext cx="2520551" cy="950225"/>
          </a:xfrm>
          <a:prstGeom prst="rect">
            <a:avLst/>
          </a:prstGeom>
          <a:noFill/>
          <a:ln>
            <a:noFill/>
          </a:ln>
        </p:spPr>
      </p:pic>
      <p:pic>
        <p:nvPicPr>
          <p:cNvPr id="44" name="Google Shape;44;p5"/>
          <p:cNvPicPr preferRelativeResize="0"/>
          <p:nvPr/>
        </p:nvPicPr>
        <p:blipFill>
          <a:blip r:embed="rId6">
            <a:alphaModFix/>
          </a:blip>
          <a:stretch>
            <a:fillRect/>
          </a:stretch>
        </p:blipFill>
        <p:spPr>
          <a:xfrm>
            <a:off x="478703" y="4479363"/>
            <a:ext cx="779900" cy="249475"/>
          </a:xfrm>
          <a:prstGeom prst="rect">
            <a:avLst/>
          </a:prstGeom>
          <a:noFill/>
          <a:ln>
            <a:noFill/>
          </a:ln>
        </p:spPr>
      </p:pic>
      <p:pic>
        <p:nvPicPr>
          <p:cNvPr id="45" name="Google Shape;45;p5"/>
          <p:cNvPicPr preferRelativeResize="0"/>
          <p:nvPr/>
        </p:nvPicPr>
        <p:blipFill>
          <a:blip r:embed="rId7">
            <a:alphaModFix/>
          </a:blip>
          <a:stretch>
            <a:fillRect/>
          </a:stretch>
        </p:blipFill>
        <p:spPr>
          <a:xfrm rot="5400000">
            <a:off x="7952674" y="1543327"/>
            <a:ext cx="1252725" cy="492675"/>
          </a:xfrm>
          <a:prstGeom prst="rect">
            <a:avLst/>
          </a:prstGeom>
          <a:noFill/>
          <a:ln>
            <a:noFill/>
          </a:ln>
        </p:spPr>
      </p:pic>
      <p:pic>
        <p:nvPicPr>
          <p:cNvPr id="46" name="Google Shape;46;p5"/>
          <p:cNvPicPr preferRelativeResize="0"/>
          <p:nvPr/>
        </p:nvPicPr>
        <p:blipFill>
          <a:blip r:embed="rId8">
            <a:alphaModFix/>
          </a:blip>
          <a:stretch>
            <a:fillRect/>
          </a:stretch>
        </p:blipFill>
        <p:spPr>
          <a:xfrm>
            <a:off x="323150" y="1198600"/>
            <a:ext cx="779901" cy="42177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pic>
        <p:nvPicPr>
          <p:cNvPr id="48" name="Google Shape;48;p6"/>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49" name="Google Shape;49;p6"/>
          <p:cNvPicPr preferRelativeResize="0"/>
          <p:nvPr/>
        </p:nvPicPr>
        <p:blipFill>
          <a:blip r:embed="rId3">
            <a:alphaModFix amt="50000"/>
          </a:blip>
          <a:stretch>
            <a:fillRect/>
          </a:stretch>
        </p:blipFill>
        <p:spPr>
          <a:xfrm rot="-1373990">
            <a:off x="-6910399" y="-1172279"/>
            <a:ext cx="12568128" cy="9076276"/>
          </a:xfrm>
          <a:prstGeom prst="rect">
            <a:avLst/>
          </a:prstGeom>
          <a:noFill/>
          <a:ln>
            <a:noFill/>
          </a:ln>
        </p:spPr>
      </p:pic>
      <p:sp>
        <p:nvSpPr>
          <p:cNvPr id="50" name="Google Shape;50;p6"/>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pic>
        <p:nvPicPr>
          <p:cNvPr id="51" name="Google Shape;51;p6"/>
          <p:cNvPicPr preferRelativeResize="0"/>
          <p:nvPr/>
        </p:nvPicPr>
        <p:blipFill>
          <a:blip r:embed="rId3">
            <a:alphaModFix amt="50000"/>
          </a:blip>
          <a:stretch>
            <a:fillRect/>
          </a:stretch>
        </p:blipFill>
        <p:spPr>
          <a:xfrm rot="-1373990">
            <a:off x="1185851" y="4276021"/>
            <a:ext cx="12568128" cy="9076276"/>
          </a:xfrm>
          <a:prstGeom prst="rect">
            <a:avLst/>
          </a:prstGeom>
          <a:noFill/>
          <a:ln>
            <a:noFill/>
          </a:ln>
        </p:spPr>
      </p:pic>
      <p:pic>
        <p:nvPicPr>
          <p:cNvPr id="52" name="Google Shape;52;p6"/>
          <p:cNvPicPr preferRelativeResize="0"/>
          <p:nvPr/>
        </p:nvPicPr>
        <p:blipFill>
          <a:blip r:embed="rId4">
            <a:alphaModFix/>
          </a:blip>
          <a:stretch>
            <a:fillRect/>
          </a:stretch>
        </p:blipFill>
        <p:spPr>
          <a:xfrm flipH="1">
            <a:off x="8204992" y="4604100"/>
            <a:ext cx="939008" cy="369300"/>
          </a:xfrm>
          <a:prstGeom prst="rect">
            <a:avLst/>
          </a:prstGeom>
          <a:noFill/>
          <a:ln>
            <a:noFill/>
          </a:ln>
        </p:spPr>
      </p:pic>
      <p:pic>
        <p:nvPicPr>
          <p:cNvPr id="53" name="Google Shape;53;p6"/>
          <p:cNvPicPr preferRelativeResize="0"/>
          <p:nvPr/>
        </p:nvPicPr>
        <p:blipFill>
          <a:blip r:embed="rId5">
            <a:alphaModFix/>
          </a:blip>
          <a:stretch>
            <a:fillRect/>
          </a:stretch>
        </p:blipFill>
        <p:spPr>
          <a:xfrm rot="618627">
            <a:off x="191454" y="276746"/>
            <a:ext cx="564518" cy="1876309"/>
          </a:xfrm>
          <a:prstGeom prst="rect">
            <a:avLst/>
          </a:prstGeom>
          <a:noFill/>
          <a:ln>
            <a:noFill/>
          </a:ln>
        </p:spPr>
      </p:pic>
      <p:pic>
        <p:nvPicPr>
          <p:cNvPr id="54" name="Google Shape;54;p6"/>
          <p:cNvPicPr preferRelativeResize="0"/>
          <p:nvPr/>
        </p:nvPicPr>
        <p:blipFill>
          <a:blip r:embed="rId6">
            <a:alphaModFix/>
          </a:blip>
          <a:stretch>
            <a:fillRect/>
          </a:stretch>
        </p:blipFill>
        <p:spPr>
          <a:xfrm flipH="1">
            <a:off x="6792249" y="197625"/>
            <a:ext cx="939001" cy="4259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pic>
        <p:nvPicPr>
          <p:cNvPr id="56" name="Google Shape;56;p7"/>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57" name="Google Shape;57;p7"/>
          <p:cNvPicPr preferRelativeResize="0"/>
          <p:nvPr/>
        </p:nvPicPr>
        <p:blipFill>
          <a:blip r:embed="rId3">
            <a:alphaModFix amt="50000"/>
          </a:blip>
          <a:stretch>
            <a:fillRect/>
          </a:stretch>
        </p:blipFill>
        <p:spPr>
          <a:xfrm rot="-3223329">
            <a:off x="-4516799" y="1231821"/>
            <a:ext cx="12568128" cy="9076276"/>
          </a:xfrm>
          <a:prstGeom prst="rect">
            <a:avLst/>
          </a:prstGeom>
          <a:noFill/>
          <a:ln>
            <a:noFill/>
          </a:ln>
        </p:spPr>
      </p:pic>
      <p:sp>
        <p:nvSpPr>
          <p:cNvPr id="58" name="Google Shape;58;p7"/>
          <p:cNvSpPr txBox="1">
            <a:spLocks noGrp="1"/>
          </p:cNvSpPr>
          <p:nvPr>
            <p:ph type="body" idx="1"/>
          </p:nvPr>
        </p:nvSpPr>
        <p:spPr>
          <a:xfrm>
            <a:off x="4712800" y="1847075"/>
            <a:ext cx="3718200" cy="2002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solidFill>
                  <a:srgbClr val="434343"/>
                </a:solidFill>
              </a:defRPr>
            </a:lvl1pPr>
            <a:lvl2pPr marL="914400" lvl="1" indent="-304800" rtl="0">
              <a:lnSpc>
                <a:spcPct val="115000"/>
              </a:lnSpc>
              <a:spcBef>
                <a:spcPts val="0"/>
              </a:spcBef>
              <a:spcAft>
                <a:spcPts val="0"/>
              </a:spcAft>
              <a:buSzPts val="1200"/>
              <a:buChar char="○"/>
              <a:defRPr>
                <a:solidFill>
                  <a:srgbClr val="434343"/>
                </a:solidFill>
              </a:defRPr>
            </a:lvl2pPr>
            <a:lvl3pPr marL="1371600" lvl="2" indent="-304800" rtl="0">
              <a:lnSpc>
                <a:spcPct val="115000"/>
              </a:lnSpc>
              <a:spcBef>
                <a:spcPts val="1600"/>
              </a:spcBef>
              <a:spcAft>
                <a:spcPts val="0"/>
              </a:spcAft>
              <a:buSzPts val="1200"/>
              <a:buChar char="■"/>
              <a:defRPr>
                <a:solidFill>
                  <a:srgbClr val="434343"/>
                </a:solidFill>
              </a:defRPr>
            </a:lvl3pPr>
            <a:lvl4pPr marL="1828800" lvl="3" indent="-304800" rtl="0">
              <a:lnSpc>
                <a:spcPct val="115000"/>
              </a:lnSpc>
              <a:spcBef>
                <a:spcPts val="1600"/>
              </a:spcBef>
              <a:spcAft>
                <a:spcPts val="0"/>
              </a:spcAft>
              <a:buSzPts val="1200"/>
              <a:buChar char="●"/>
              <a:defRPr>
                <a:solidFill>
                  <a:srgbClr val="434343"/>
                </a:solidFill>
              </a:defRPr>
            </a:lvl4pPr>
            <a:lvl5pPr marL="2286000" lvl="4" indent="-304800" rtl="0">
              <a:lnSpc>
                <a:spcPct val="115000"/>
              </a:lnSpc>
              <a:spcBef>
                <a:spcPts val="1600"/>
              </a:spcBef>
              <a:spcAft>
                <a:spcPts val="0"/>
              </a:spcAft>
              <a:buSzPts val="1200"/>
              <a:buChar char="○"/>
              <a:defRPr>
                <a:solidFill>
                  <a:srgbClr val="434343"/>
                </a:solidFill>
              </a:defRPr>
            </a:lvl5pPr>
            <a:lvl6pPr marL="2743200" lvl="5" indent="-304800" rtl="0">
              <a:lnSpc>
                <a:spcPct val="115000"/>
              </a:lnSpc>
              <a:spcBef>
                <a:spcPts val="1600"/>
              </a:spcBef>
              <a:spcAft>
                <a:spcPts val="0"/>
              </a:spcAft>
              <a:buSzPts val="1200"/>
              <a:buChar char="■"/>
              <a:defRPr>
                <a:solidFill>
                  <a:srgbClr val="434343"/>
                </a:solidFill>
              </a:defRPr>
            </a:lvl6pPr>
            <a:lvl7pPr marL="3200400" lvl="6" indent="-304800" rtl="0">
              <a:lnSpc>
                <a:spcPct val="115000"/>
              </a:lnSpc>
              <a:spcBef>
                <a:spcPts val="1600"/>
              </a:spcBef>
              <a:spcAft>
                <a:spcPts val="0"/>
              </a:spcAft>
              <a:buSzPts val="1200"/>
              <a:buChar char="●"/>
              <a:defRPr>
                <a:solidFill>
                  <a:srgbClr val="434343"/>
                </a:solidFill>
              </a:defRPr>
            </a:lvl7pPr>
            <a:lvl8pPr marL="3657600" lvl="7" indent="-304800" rtl="0">
              <a:lnSpc>
                <a:spcPct val="115000"/>
              </a:lnSpc>
              <a:spcBef>
                <a:spcPts val="1600"/>
              </a:spcBef>
              <a:spcAft>
                <a:spcPts val="0"/>
              </a:spcAft>
              <a:buSzPts val="1200"/>
              <a:buChar char="○"/>
              <a:defRPr>
                <a:solidFill>
                  <a:srgbClr val="434343"/>
                </a:solidFill>
              </a:defRPr>
            </a:lvl8pPr>
            <a:lvl9pPr marL="4114800" lvl="8" indent="-304800" rtl="0">
              <a:lnSpc>
                <a:spcPct val="115000"/>
              </a:lnSpc>
              <a:spcBef>
                <a:spcPts val="1600"/>
              </a:spcBef>
              <a:spcAft>
                <a:spcPts val="1600"/>
              </a:spcAft>
              <a:buSzPts val="1200"/>
              <a:buChar char="■"/>
              <a:defRPr>
                <a:solidFill>
                  <a:srgbClr val="434343"/>
                </a:solidFill>
              </a:defRPr>
            </a:lvl9pPr>
          </a:lstStyle>
          <a:p>
            <a:endParaRPr/>
          </a:p>
        </p:txBody>
      </p:sp>
      <p:sp>
        <p:nvSpPr>
          <p:cNvPr id="59" name="Google Shape;59;p7"/>
          <p:cNvSpPr txBox="1">
            <a:spLocks noGrp="1"/>
          </p:cNvSpPr>
          <p:nvPr>
            <p:ph type="title"/>
          </p:nvPr>
        </p:nvSpPr>
        <p:spPr>
          <a:xfrm>
            <a:off x="4712800" y="1293625"/>
            <a:ext cx="3718200" cy="553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0" name="Google Shape;60;p7"/>
          <p:cNvSpPr>
            <a:spLocks noGrp="1"/>
          </p:cNvSpPr>
          <p:nvPr>
            <p:ph type="pic" idx="2"/>
          </p:nvPr>
        </p:nvSpPr>
        <p:spPr>
          <a:xfrm>
            <a:off x="865500" y="906038"/>
            <a:ext cx="3273900" cy="2649900"/>
          </a:xfrm>
          <a:prstGeom prst="rect">
            <a:avLst/>
          </a:prstGeom>
          <a:noFill/>
          <a:ln w="76200" cap="flat" cmpd="sng">
            <a:solidFill>
              <a:schemeClr val="lt1"/>
            </a:solidFill>
            <a:prstDash val="solid"/>
            <a:miter lim="8000"/>
            <a:headEnd type="none" w="sm" len="sm"/>
            <a:tailEnd type="none" w="sm" len="sm"/>
          </a:ln>
        </p:spPr>
      </p:sp>
      <p:pic>
        <p:nvPicPr>
          <p:cNvPr id="61" name="Google Shape;61;p7"/>
          <p:cNvPicPr preferRelativeResize="0"/>
          <p:nvPr/>
        </p:nvPicPr>
        <p:blipFill>
          <a:blip r:embed="rId4">
            <a:alphaModFix/>
          </a:blip>
          <a:stretch>
            <a:fillRect/>
          </a:stretch>
        </p:blipFill>
        <p:spPr>
          <a:xfrm>
            <a:off x="7879251" y="406926"/>
            <a:ext cx="911025" cy="358275"/>
          </a:xfrm>
          <a:prstGeom prst="rect">
            <a:avLst/>
          </a:prstGeom>
          <a:noFill/>
          <a:ln>
            <a:noFill/>
          </a:ln>
        </p:spPr>
      </p:pic>
      <p:pic>
        <p:nvPicPr>
          <p:cNvPr id="62" name="Google Shape;62;p7"/>
          <p:cNvPicPr preferRelativeResize="0"/>
          <p:nvPr/>
        </p:nvPicPr>
        <p:blipFill>
          <a:blip r:embed="rId5">
            <a:alphaModFix/>
          </a:blip>
          <a:stretch>
            <a:fillRect/>
          </a:stretch>
        </p:blipFill>
        <p:spPr>
          <a:xfrm>
            <a:off x="5933777" y="4373558"/>
            <a:ext cx="1040799" cy="4093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3"/>
        <p:cNvGrpSpPr/>
        <p:nvPr/>
      </p:nvGrpSpPr>
      <p:grpSpPr>
        <a:xfrm>
          <a:off x="0" y="0"/>
          <a:ext cx="0" cy="0"/>
          <a:chOff x="0" y="0"/>
          <a:chExt cx="0" cy="0"/>
        </a:xfrm>
      </p:grpSpPr>
      <p:pic>
        <p:nvPicPr>
          <p:cNvPr id="64" name="Google Shape;64;p8"/>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65" name="Google Shape;65;p8"/>
          <p:cNvPicPr preferRelativeResize="0"/>
          <p:nvPr/>
        </p:nvPicPr>
        <p:blipFill>
          <a:blip r:embed="rId3">
            <a:alphaModFix amt="50000"/>
          </a:blip>
          <a:stretch>
            <a:fillRect/>
          </a:stretch>
        </p:blipFill>
        <p:spPr>
          <a:xfrm rot="-4431803">
            <a:off x="-3689611" y="1022272"/>
            <a:ext cx="12568128" cy="9076276"/>
          </a:xfrm>
          <a:prstGeom prst="rect">
            <a:avLst/>
          </a:prstGeom>
          <a:noFill/>
          <a:ln>
            <a:noFill/>
          </a:ln>
        </p:spPr>
      </p:pic>
      <p:pic>
        <p:nvPicPr>
          <p:cNvPr id="66" name="Google Shape;66;p8"/>
          <p:cNvPicPr preferRelativeResize="0"/>
          <p:nvPr/>
        </p:nvPicPr>
        <p:blipFill>
          <a:blip r:embed="rId3">
            <a:alphaModFix amt="50000"/>
          </a:blip>
          <a:stretch>
            <a:fillRect/>
          </a:stretch>
        </p:blipFill>
        <p:spPr>
          <a:xfrm rot="-4431803">
            <a:off x="2025389" y="1022272"/>
            <a:ext cx="12568128" cy="9076276"/>
          </a:xfrm>
          <a:prstGeom prst="rect">
            <a:avLst/>
          </a:prstGeom>
          <a:noFill/>
          <a:ln>
            <a:noFill/>
          </a:ln>
        </p:spPr>
      </p:pic>
      <p:pic>
        <p:nvPicPr>
          <p:cNvPr id="67" name="Google Shape;67;p8"/>
          <p:cNvPicPr preferRelativeResize="0"/>
          <p:nvPr/>
        </p:nvPicPr>
        <p:blipFill>
          <a:blip r:embed="rId4">
            <a:alphaModFix/>
          </a:blip>
          <a:stretch>
            <a:fillRect/>
          </a:stretch>
        </p:blipFill>
        <p:spPr>
          <a:xfrm>
            <a:off x="5990138" y="4392888"/>
            <a:ext cx="835924" cy="422425"/>
          </a:xfrm>
          <a:prstGeom prst="rect">
            <a:avLst/>
          </a:prstGeom>
          <a:noFill/>
          <a:ln>
            <a:noFill/>
          </a:ln>
        </p:spPr>
      </p:pic>
      <p:pic>
        <p:nvPicPr>
          <p:cNvPr id="68" name="Google Shape;68;p8"/>
          <p:cNvPicPr preferRelativeResize="0"/>
          <p:nvPr/>
        </p:nvPicPr>
        <p:blipFill>
          <a:blip r:embed="rId5">
            <a:alphaModFix/>
          </a:blip>
          <a:stretch>
            <a:fillRect/>
          </a:stretch>
        </p:blipFill>
        <p:spPr>
          <a:xfrm>
            <a:off x="1729150" y="384588"/>
            <a:ext cx="787300" cy="309625"/>
          </a:xfrm>
          <a:prstGeom prst="rect">
            <a:avLst/>
          </a:prstGeom>
          <a:noFill/>
          <a:ln>
            <a:noFill/>
          </a:ln>
        </p:spPr>
      </p:pic>
      <p:sp>
        <p:nvSpPr>
          <p:cNvPr id="69" name="Google Shape;69;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0"/>
        <p:cNvGrpSpPr/>
        <p:nvPr/>
      </p:nvGrpSpPr>
      <p:grpSpPr>
        <a:xfrm>
          <a:off x="0" y="0"/>
          <a:ext cx="0" cy="0"/>
          <a:chOff x="0" y="0"/>
          <a:chExt cx="0" cy="0"/>
        </a:xfrm>
      </p:grpSpPr>
      <p:pic>
        <p:nvPicPr>
          <p:cNvPr id="71" name="Google Shape;71;p9"/>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72" name="Google Shape;72;p9"/>
          <p:cNvPicPr preferRelativeResize="0"/>
          <p:nvPr/>
        </p:nvPicPr>
        <p:blipFill>
          <a:blip r:embed="rId3">
            <a:alphaModFix amt="50000"/>
          </a:blip>
          <a:stretch>
            <a:fillRect/>
          </a:stretch>
        </p:blipFill>
        <p:spPr>
          <a:xfrm rot="-4431803">
            <a:off x="-374911" y="3003472"/>
            <a:ext cx="12568128" cy="9076276"/>
          </a:xfrm>
          <a:prstGeom prst="rect">
            <a:avLst/>
          </a:prstGeom>
          <a:noFill/>
          <a:ln>
            <a:noFill/>
          </a:ln>
        </p:spPr>
      </p:pic>
      <p:pic>
        <p:nvPicPr>
          <p:cNvPr id="73" name="Google Shape;73;p9"/>
          <p:cNvPicPr preferRelativeResize="0"/>
          <p:nvPr/>
        </p:nvPicPr>
        <p:blipFill>
          <a:blip r:embed="rId4">
            <a:alphaModFix/>
          </a:blip>
          <a:stretch>
            <a:fillRect/>
          </a:stretch>
        </p:blipFill>
        <p:spPr>
          <a:xfrm rot="5400000">
            <a:off x="8156925" y="3940676"/>
            <a:ext cx="1126551" cy="443050"/>
          </a:xfrm>
          <a:prstGeom prst="rect">
            <a:avLst/>
          </a:prstGeom>
          <a:noFill/>
          <a:ln>
            <a:noFill/>
          </a:ln>
        </p:spPr>
      </p:pic>
      <p:pic>
        <p:nvPicPr>
          <p:cNvPr id="74" name="Google Shape;74;p9"/>
          <p:cNvPicPr preferRelativeResize="0"/>
          <p:nvPr/>
        </p:nvPicPr>
        <p:blipFill>
          <a:blip r:embed="rId5">
            <a:alphaModFix/>
          </a:blip>
          <a:stretch>
            <a:fillRect/>
          </a:stretch>
        </p:blipFill>
        <p:spPr>
          <a:xfrm>
            <a:off x="1836275" y="116975"/>
            <a:ext cx="835924" cy="422425"/>
          </a:xfrm>
          <a:prstGeom prst="rect">
            <a:avLst/>
          </a:prstGeom>
          <a:noFill/>
          <a:ln>
            <a:noFill/>
          </a:ln>
        </p:spPr>
      </p:pic>
      <p:pic>
        <p:nvPicPr>
          <p:cNvPr id="75" name="Google Shape;75;p9"/>
          <p:cNvPicPr preferRelativeResize="0"/>
          <p:nvPr/>
        </p:nvPicPr>
        <p:blipFill>
          <a:blip r:embed="rId6">
            <a:alphaModFix/>
          </a:blip>
          <a:stretch>
            <a:fillRect/>
          </a:stretch>
        </p:blipFill>
        <p:spPr>
          <a:xfrm>
            <a:off x="319450" y="4638475"/>
            <a:ext cx="787300" cy="309625"/>
          </a:xfrm>
          <a:prstGeom prst="rect">
            <a:avLst/>
          </a:prstGeom>
          <a:noFill/>
          <a:ln>
            <a:noFill/>
          </a:ln>
        </p:spPr>
      </p:pic>
      <p:sp>
        <p:nvSpPr>
          <p:cNvPr id="76" name="Google Shape;76;p9"/>
          <p:cNvSpPr txBox="1">
            <a:spLocks noGrp="1"/>
          </p:cNvSpPr>
          <p:nvPr>
            <p:ph type="title"/>
          </p:nvPr>
        </p:nvSpPr>
        <p:spPr>
          <a:xfrm>
            <a:off x="2241450" y="1416950"/>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7" name="Google Shape;77;p9"/>
          <p:cNvSpPr txBox="1">
            <a:spLocks noGrp="1"/>
          </p:cNvSpPr>
          <p:nvPr>
            <p:ph type="subTitle" idx="1"/>
          </p:nvPr>
        </p:nvSpPr>
        <p:spPr>
          <a:xfrm>
            <a:off x="2241550" y="2258750"/>
            <a:ext cx="4661100" cy="126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solidFill>
                  <a:schemeClr val="dk1"/>
                </a:solidFill>
              </a:defRPr>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8"/>
        <p:cNvGrpSpPr/>
        <p:nvPr/>
      </p:nvGrpSpPr>
      <p:grpSpPr>
        <a:xfrm>
          <a:off x="0" y="0"/>
          <a:ext cx="0" cy="0"/>
          <a:chOff x="0" y="0"/>
          <a:chExt cx="0" cy="0"/>
        </a:xfrm>
      </p:grpSpPr>
      <p:sp>
        <p:nvSpPr>
          <p:cNvPr id="79" name="Google Shape;79;p10"/>
          <p:cNvSpPr>
            <a:spLocks noGrp="1"/>
          </p:cNvSpPr>
          <p:nvPr>
            <p:ph type="pic" idx="2"/>
          </p:nvPr>
        </p:nvSpPr>
        <p:spPr>
          <a:xfrm>
            <a:off x="25" y="0"/>
            <a:ext cx="9144000" cy="5143500"/>
          </a:xfrm>
          <a:prstGeom prst="rect">
            <a:avLst/>
          </a:prstGeom>
          <a:noFill/>
          <a:ln>
            <a:noFill/>
          </a:ln>
        </p:spPr>
      </p:sp>
      <p:sp>
        <p:nvSpPr>
          <p:cNvPr id="80" name="Google Shape;80;p10"/>
          <p:cNvSpPr txBox="1">
            <a:spLocks noGrp="1"/>
          </p:cNvSpPr>
          <p:nvPr>
            <p:ph type="title"/>
          </p:nvPr>
        </p:nvSpPr>
        <p:spPr>
          <a:xfrm>
            <a:off x="720000" y="386205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pic>
        <p:nvPicPr>
          <p:cNvPr id="82" name="Google Shape;82;p11"/>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83" name="Google Shape;83;p11"/>
          <p:cNvPicPr preferRelativeResize="0"/>
          <p:nvPr/>
        </p:nvPicPr>
        <p:blipFill>
          <a:blip r:embed="rId3">
            <a:alphaModFix amt="50000"/>
          </a:blip>
          <a:stretch>
            <a:fillRect/>
          </a:stretch>
        </p:blipFill>
        <p:spPr>
          <a:xfrm rot="-3223329">
            <a:off x="-6504037" y="2614496"/>
            <a:ext cx="12568128" cy="9076276"/>
          </a:xfrm>
          <a:prstGeom prst="rect">
            <a:avLst/>
          </a:prstGeom>
          <a:noFill/>
          <a:ln>
            <a:noFill/>
          </a:ln>
        </p:spPr>
      </p:pic>
      <p:pic>
        <p:nvPicPr>
          <p:cNvPr id="84" name="Google Shape;84;p11"/>
          <p:cNvPicPr preferRelativeResize="0"/>
          <p:nvPr/>
        </p:nvPicPr>
        <p:blipFill>
          <a:blip r:embed="rId3">
            <a:alphaModFix amt="50000"/>
          </a:blip>
          <a:stretch>
            <a:fillRect/>
          </a:stretch>
        </p:blipFill>
        <p:spPr>
          <a:xfrm rot="3427688" flipH="1">
            <a:off x="2754261" y="2843083"/>
            <a:ext cx="12568129" cy="9076300"/>
          </a:xfrm>
          <a:prstGeom prst="rect">
            <a:avLst/>
          </a:prstGeom>
          <a:noFill/>
          <a:ln>
            <a:noFill/>
          </a:ln>
        </p:spPr>
      </p:pic>
      <p:pic>
        <p:nvPicPr>
          <p:cNvPr id="85" name="Google Shape;85;p11"/>
          <p:cNvPicPr preferRelativeResize="0"/>
          <p:nvPr/>
        </p:nvPicPr>
        <p:blipFill>
          <a:blip r:embed="rId4">
            <a:alphaModFix/>
          </a:blip>
          <a:stretch>
            <a:fillRect/>
          </a:stretch>
        </p:blipFill>
        <p:spPr>
          <a:xfrm>
            <a:off x="7891494" y="159913"/>
            <a:ext cx="900260" cy="354050"/>
          </a:xfrm>
          <a:prstGeom prst="rect">
            <a:avLst/>
          </a:prstGeom>
          <a:noFill/>
          <a:ln>
            <a:noFill/>
          </a:ln>
        </p:spPr>
      </p:pic>
      <p:pic>
        <p:nvPicPr>
          <p:cNvPr id="86" name="Google Shape;86;p11"/>
          <p:cNvPicPr preferRelativeResize="0"/>
          <p:nvPr/>
        </p:nvPicPr>
        <p:blipFill>
          <a:blip r:embed="rId5">
            <a:alphaModFix/>
          </a:blip>
          <a:stretch>
            <a:fillRect/>
          </a:stretch>
        </p:blipFill>
        <p:spPr>
          <a:xfrm>
            <a:off x="0" y="595500"/>
            <a:ext cx="779900" cy="2592125"/>
          </a:xfrm>
          <a:prstGeom prst="rect">
            <a:avLst/>
          </a:prstGeom>
          <a:noFill/>
          <a:ln>
            <a:noFill/>
          </a:ln>
        </p:spPr>
      </p:pic>
      <p:pic>
        <p:nvPicPr>
          <p:cNvPr id="87" name="Google Shape;87;p11"/>
          <p:cNvPicPr preferRelativeResize="0"/>
          <p:nvPr/>
        </p:nvPicPr>
        <p:blipFill>
          <a:blip r:embed="rId6">
            <a:alphaModFix/>
          </a:blip>
          <a:stretch>
            <a:fillRect/>
          </a:stretch>
        </p:blipFill>
        <p:spPr>
          <a:xfrm>
            <a:off x="3269848" y="4591573"/>
            <a:ext cx="900269" cy="354050"/>
          </a:xfrm>
          <a:prstGeom prst="rect">
            <a:avLst/>
          </a:prstGeom>
          <a:noFill/>
          <a:ln>
            <a:noFill/>
          </a:ln>
        </p:spPr>
      </p:pic>
      <p:sp>
        <p:nvSpPr>
          <p:cNvPr id="88" name="Google Shape;88;p11"/>
          <p:cNvSpPr txBox="1">
            <a:spLocks noGrp="1"/>
          </p:cNvSpPr>
          <p:nvPr>
            <p:ph type="title" hasCustomPrompt="1"/>
          </p:nvPr>
        </p:nvSpPr>
        <p:spPr>
          <a:xfrm>
            <a:off x="2402350" y="2949600"/>
            <a:ext cx="4339200" cy="9981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9" name="Google Shape;89;p11"/>
          <p:cNvSpPr txBox="1">
            <a:spLocks noGrp="1"/>
          </p:cNvSpPr>
          <p:nvPr>
            <p:ph type="subTitle" idx="1"/>
          </p:nvPr>
        </p:nvSpPr>
        <p:spPr>
          <a:xfrm>
            <a:off x="2402350" y="3947925"/>
            <a:ext cx="43392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sz="1400"/>
            </a:lvl2pPr>
            <a:lvl3pPr lvl="2" algn="ctr" rtl="0">
              <a:lnSpc>
                <a:spcPct val="100000"/>
              </a:lnSpc>
              <a:spcBef>
                <a:spcPts val="1600"/>
              </a:spcBef>
              <a:spcAft>
                <a:spcPts val="0"/>
              </a:spcAft>
              <a:buSzPts val="1400"/>
              <a:buNone/>
              <a:defRPr sz="1400"/>
            </a:lvl3pPr>
            <a:lvl4pPr lvl="3" algn="ctr" rtl="0">
              <a:lnSpc>
                <a:spcPct val="100000"/>
              </a:lnSpc>
              <a:spcBef>
                <a:spcPts val="1600"/>
              </a:spcBef>
              <a:spcAft>
                <a:spcPts val="0"/>
              </a:spcAft>
              <a:buSzPts val="1400"/>
              <a:buNone/>
              <a:defRPr sz="1400"/>
            </a:lvl4pPr>
            <a:lvl5pPr lvl="4" algn="ctr" rtl="0">
              <a:lnSpc>
                <a:spcPct val="100000"/>
              </a:lnSpc>
              <a:spcBef>
                <a:spcPts val="1600"/>
              </a:spcBef>
              <a:spcAft>
                <a:spcPts val="0"/>
              </a:spcAft>
              <a:buSzPts val="1400"/>
              <a:buNone/>
              <a:defRPr sz="1400"/>
            </a:lvl5pPr>
            <a:lvl6pPr lvl="5" algn="ctr" rtl="0">
              <a:lnSpc>
                <a:spcPct val="100000"/>
              </a:lnSpc>
              <a:spcBef>
                <a:spcPts val="1600"/>
              </a:spcBef>
              <a:spcAft>
                <a:spcPts val="0"/>
              </a:spcAft>
              <a:buSzPts val="1400"/>
              <a:buNone/>
              <a:defRPr sz="1400"/>
            </a:lvl6pPr>
            <a:lvl7pPr lvl="6" algn="ctr" rtl="0">
              <a:lnSpc>
                <a:spcPct val="100000"/>
              </a:lnSpc>
              <a:spcBef>
                <a:spcPts val="1600"/>
              </a:spcBef>
              <a:spcAft>
                <a:spcPts val="0"/>
              </a:spcAft>
              <a:buSzPts val="1400"/>
              <a:buNone/>
              <a:defRPr sz="1400"/>
            </a:lvl7pPr>
            <a:lvl8pPr lvl="7" algn="ctr" rtl="0">
              <a:lnSpc>
                <a:spcPct val="100000"/>
              </a:lnSpc>
              <a:spcBef>
                <a:spcPts val="1600"/>
              </a:spcBef>
              <a:spcAft>
                <a:spcPts val="0"/>
              </a:spcAft>
              <a:buSzPts val="1400"/>
              <a:buNone/>
              <a:defRPr sz="1400"/>
            </a:lvl8pPr>
            <a:lvl9pPr lvl="8" algn="ctr" rtl="0">
              <a:lnSpc>
                <a:spcPct val="100000"/>
              </a:lnSpc>
              <a:spcBef>
                <a:spcPts val="1600"/>
              </a:spcBef>
              <a:spcAft>
                <a:spcPts val="1600"/>
              </a:spcAft>
              <a:buSzPts val="1400"/>
              <a:buNone/>
              <a:defRPr sz="1400"/>
            </a:lvl9pPr>
          </a:lstStyle>
          <a:p>
            <a:endParaRPr/>
          </a:p>
        </p:txBody>
      </p:sp>
      <p:sp>
        <p:nvSpPr>
          <p:cNvPr id="90" name="Google Shape;90;p11"/>
          <p:cNvSpPr>
            <a:spLocks noGrp="1"/>
          </p:cNvSpPr>
          <p:nvPr>
            <p:ph type="pic" idx="2"/>
          </p:nvPr>
        </p:nvSpPr>
        <p:spPr>
          <a:xfrm>
            <a:off x="2762250" y="698475"/>
            <a:ext cx="3619500" cy="2251200"/>
          </a:xfrm>
          <a:prstGeom prst="rect">
            <a:avLst/>
          </a:prstGeom>
          <a:noFill/>
          <a:ln w="76200" cap="flat" cmpd="sng">
            <a:solidFill>
              <a:schemeClr val="lt1"/>
            </a:solidFill>
            <a:prstDash val="solid"/>
            <a:miter lim="8000"/>
            <a:headEnd type="none" w="sm" len="sm"/>
            <a:tailEnd type="none" w="sm" len="sm"/>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2"/>
        <p:cNvGrpSpPr/>
        <p:nvPr/>
      </p:nvGrpSpPr>
      <p:grpSpPr>
        <a:xfrm>
          <a:off x="0" y="0"/>
          <a:ext cx="0" cy="0"/>
          <a:chOff x="0" y="0"/>
          <a:chExt cx="0" cy="0"/>
        </a:xfrm>
      </p:grpSpPr>
      <p:pic>
        <p:nvPicPr>
          <p:cNvPr id="93" name="Google Shape;93;p13"/>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94" name="Google Shape;94;p13"/>
          <p:cNvPicPr preferRelativeResize="0"/>
          <p:nvPr/>
        </p:nvPicPr>
        <p:blipFill>
          <a:blip r:embed="rId3">
            <a:alphaModFix amt="50000"/>
          </a:blip>
          <a:stretch>
            <a:fillRect/>
          </a:stretch>
        </p:blipFill>
        <p:spPr>
          <a:xfrm rot="-4431803">
            <a:off x="-374911" y="3003472"/>
            <a:ext cx="12568128" cy="9076276"/>
          </a:xfrm>
          <a:prstGeom prst="rect">
            <a:avLst/>
          </a:prstGeom>
          <a:noFill/>
          <a:ln>
            <a:noFill/>
          </a:ln>
        </p:spPr>
      </p:pic>
      <p:sp>
        <p:nvSpPr>
          <p:cNvPr id="95" name="Google Shape;95;p13"/>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6" name="Google Shape;96;p13"/>
          <p:cNvSpPr txBox="1">
            <a:spLocks noGrp="1"/>
          </p:cNvSpPr>
          <p:nvPr>
            <p:ph type="title" idx="2" hasCustomPrompt="1"/>
          </p:nvPr>
        </p:nvSpPr>
        <p:spPr>
          <a:xfrm>
            <a:off x="1608425" y="1493825"/>
            <a:ext cx="1044900" cy="50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4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97" name="Google Shape;97;p13"/>
          <p:cNvSpPr txBox="1">
            <a:spLocks noGrp="1"/>
          </p:cNvSpPr>
          <p:nvPr>
            <p:ph type="title" idx="3" hasCustomPrompt="1"/>
          </p:nvPr>
        </p:nvSpPr>
        <p:spPr>
          <a:xfrm>
            <a:off x="1608425" y="3188450"/>
            <a:ext cx="1044900" cy="50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4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98" name="Google Shape;98;p13"/>
          <p:cNvSpPr txBox="1">
            <a:spLocks noGrp="1"/>
          </p:cNvSpPr>
          <p:nvPr>
            <p:ph type="title" idx="4" hasCustomPrompt="1"/>
          </p:nvPr>
        </p:nvSpPr>
        <p:spPr>
          <a:xfrm>
            <a:off x="6490700" y="1493825"/>
            <a:ext cx="1044900" cy="50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4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99" name="Google Shape;99;p13"/>
          <p:cNvSpPr txBox="1">
            <a:spLocks noGrp="1"/>
          </p:cNvSpPr>
          <p:nvPr>
            <p:ph type="title" idx="5" hasCustomPrompt="1"/>
          </p:nvPr>
        </p:nvSpPr>
        <p:spPr>
          <a:xfrm>
            <a:off x="6490700" y="3188450"/>
            <a:ext cx="1044900" cy="504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48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00" name="Google Shape;100;p13"/>
          <p:cNvSpPr txBox="1">
            <a:spLocks noGrp="1"/>
          </p:cNvSpPr>
          <p:nvPr>
            <p:ph type="subTitle" idx="1"/>
          </p:nvPr>
        </p:nvSpPr>
        <p:spPr>
          <a:xfrm>
            <a:off x="967313" y="2074100"/>
            <a:ext cx="2327100" cy="40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Bebas Neue"/>
              <a:buNone/>
              <a:defRPr sz="2000" b="1">
                <a:solidFill>
                  <a:schemeClr val="dk1"/>
                </a:solidFill>
                <a:latin typeface="Cormorant Garamond"/>
                <a:ea typeface="Cormorant Garamond"/>
                <a:cs typeface="Cormorant Garamond"/>
                <a:sym typeface="Cormorant Garamond"/>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01" name="Google Shape;101;p13"/>
          <p:cNvSpPr txBox="1">
            <a:spLocks noGrp="1"/>
          </p:cNvSpPr>
          <p:nvPr>
            <p:ph type="subTitle" idx="6"/>
          </p:nvPr>
        </p:nvSpPr>
        <p:spPr>
          <a:xfrm>
            <a:off x="967313" y="3768700"/>
            <a:ext cx="2327100" cy="40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Bebas Neue"/>
              <a:buNone/>
              <a:defRPr sz="2000" b="1">
                <a:solidFill>
                  <a:schemeClr val="dk1"/>
                </a:solidFill>
                <a:latin typeface="Cormorant Garamond"/>
                <a:ea typeface="Cormorant Garamond"/>
                <a:cs typeface="Cormorant Garamond"/>
                <a:sym typeface="Cormorant Garamond"/>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02" name="Google Shape;102;p13"/>
          <p:cNvSpPr txBox="1">
            <a:spLocks noGrp="1"/>
          </p:cNvSpPr>
          <p:nvPr>
            <p:ph type="subTitle" idx="7"/>
          </p:nvPr>
        </p:nvSpPr>
        <p:spPr>
          <a:xfrm>
            <a:off x="5849588" y="2074100"/>
            <a:ext cx="2327100" cy="40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Bebas Neue"/>
              <a:buNone/>
              <a:defRPr sz="2000" b="1">
                <a:solidFill>
                  <a:schemeClr val="dk1"/>
                </a:solidFill>
                <a:latin typeface="Cormorant Garamond"/>
                <a:ea typeface="Cormorant Garamond"/>
                <a:cs typeface="Cormorant Garamond"/>
                <a:sym typeface="Cormorant Garamond"/>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sp>
        <p:nvSpPr>
          <p:cNvPr id="103" name="Google Shape;103;p13"/>
          <p:cNvSpPr txBox="1">
            <a:spLocks noGrp="1"/>
          </p:cNvSpPr>
          <p:nvPr>
            <p:ph type="subTitle" idx="8"/>
          </p:nvPr>
        </p:nvSpPr>
        <p:spPr>
          <a:xfrm>
            <a:off x="5849588" y="3768700"/>
            <a:ext cx="2327100" cy="40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Bebas Neue"/>
              <a:buNone/>
              <a:defRPr sz="2000" b="1">
                <a:solidFill>
                  <a:schemeClr val="dk1"/>
                </a:solidFill>
                <a:latin typeface="Cormorant Garamond"/>
                <a:ea typeface="Cormorant Garamond"/>
                <a:cs typeface="Cormorant Garamond"/>
                <a:sym typeface="Cormorant Garamond"/>
              </a:defRPr>
            </a:lvl1pPr>
            <a:lvl2pPr lvl="1" rtl="0">
              <a:lnSpc>
                <a:spcPct val="100000"/>
              </a:lnSpc>
              <a:spcBef>
                <a:spcPts val="0"/>
              </a:spcBef>
              <a:spcAft>
                <a:spcPts val="0"/>
              </a:spcAft>
              <a:buSzPts val="2000"/>
              <a:buFont typeface="Bebas Neue"/>
              <a:buNone/>
              <a:defRPr sz="2000">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000">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000">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000">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000">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000">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000">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000">
                <a:latin typeface="Bebas Neue"/>
                <a:ea typeface="Bebas Neue"/>
                <a:cs typeface="Bebas Neue"/>
                <a:sym typeface="Bebas Neue"/>
              </a:defRPr>
            </a:lvl9pPr>
          </a:lstStyle>
          <a:p>
            <a:endParaRPr/>
          </a:p>
        </p:txBody>
      </p:sp>
      <p:pic>
        <p:nvPicPr>
          <p:cNvPr id="104" name="Google Shape;104;p13"/>
          <p:cNvPicPr preferRelativeResize="0"/>
          <p:nvPr/>
        </p:nvPicPr>
        <p:blipFill>
          <a:blip r:embed="rId4">
            <a:alphaModFix/>
          </a:blip>
          <a:stretch>
            <a:fillRect/>
          </a:stretch>
        </p:blipFill>
        <p:spPr>
          <a:xfrm rot="5400000">
            <a:off x="8197300" y="744651"/>
            <a:ext cx="1126551" cy="443050"/>
          </a:xfrm>
          <a:prstGeom prst="rect">
            <a:avLst/>
          </a:prstGeom>
          <a:noFill/>
          <a:ln>
            <a:noFill/>
          </a:ln>
        </p:spPr>
      </p:pic>
      <p:pic>
        <p:nvPicPr>
          <p:cNvPr id="105" name="Google Shape;105;p13"/>
          <p:cNvPicPr preferRelativeResize="0"/>
          <p:nvPr/>
        </p:nvPicPr>
        <p:blipFill>
          <a:blip r:embed="rId5">
            <a:alphaModFix/>
          </a:blip>
          <a:stretch>
            <a:fillRect/>
          </a:stretch>
        </p:blipFill>
        <p:spPr>
          <a:xfrm rot="5400000">
            <a:off x="46525" y="4228301"/>
            <a:ext cx="835924" cy="422425"/>
          </a:xfrm>
          <a:prstGeom prst="rect">
            <a:avLst/>
          </a:prstGeom>
          <a:noFill/>
          <a:ln>
            <a:noFill/>
          </a:ln>
        </p:spPr>
      </p:pic>
      <p:sp>
        <p:nvSpPr>
          <p:cNvPr id="106" name="Google Shape;106;p13"/>
          <p:cNvSpPr>
            <a:spLocks noGrp="1"/>
          </p:cNvSpPr>
          <p:nvPr>
            <p:ph type="pic" idx="9"/>
          </p:nvPr>
        </p:nvSpPr>
        <p:spPr>
          <a:xfrm>
            <a:off x="3574575" y="1529450"/>
            <a:ext cx="1995000" cy="2649900"/>
          </a:xfrm>
          <a:prstGeom prst="rect">
            <a:avLst/>
          </a:prstGeom>
          <a:noFill/>
          <a:ln w="76200" cap="flat" cmpd="sng">
            <a:solidFill>
              <a:schemeClr val="lt1"/>
            </a:solidFill>
            <a:prstDash val="solid"/>
            <a:miter lim="8000"/>
            <a:headEnd type="none" w="sm" len="sm"/>
            <a:tailEnd type="none" w="sm" len="sm"/>
          </a:ln>
        </p:spPr>
        <p:txBody>
          <a:bodyPr/>
          <a:lstStyle/>
          <a:p>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7"/>
        <p:cNvGrpSpPr/>
        <p:nvPr/>
      </p:nvGrpSpPr>
      <p:grpSpPr>
        <a:xfrm>
          <a:off x="0" y="0"/>
          <a:ext cx="0" cy="0"/>
          <a:chOff x="0" y="0"/>
          <a:chExt cx="0" cy="0"/>
        </a:xfrm>
      </p:grpSpPr>
      <p:pic>
        <p:nvPicPr>
          <p:cNvPr id="108" name="Google Shape;108;p14"/>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09" name="Google Shape;109;p14"/>
          <p:cNvPicPr preferRelativeResize="0"/>
          <p:nvPr/>
        </p:nvPicPr>
        <p:blipFill>
          <a:blip r:embed="rId3">
            <a:alphaModFix amt="50000"/>
          </a:blip>
          <a:stretch>
            <a:fillRect/>
          </a:stretch>
        </p:blipFill>
        <p:spPr>
          <a:xfrm rot="-3223329">
            <a:off x="-6504037" y="2614496"/>
            <a:ext cx="12568128" cy="9076276"/>
          </a:xfrm>
          <a:prstGeom prst="rect">
            <a:avLst/>
          </a:prstGeom>
          <a:noFill/>
          <a:ln>
            <a:noFill/>
          </a:ln>
        </p:spPr>
      </p:pic>
      <p:pic>
        <p:nvPicPr>
          <p:cNvPr id="110" name="Google Shape;110;p14"/>
          <p:cNvPicPr preferRelativeResize="0"/>
          <p:nvPr/>
        </p:nvPicPr>
        <p:blipFill>
          <a:blip r:embed="rId3">
            <a:alphaModFix amt="50000"/>
          </a:blip>
          <a:stretch>
            <a:fillRect/>
          </a:stretch>
        </p:blipFill>
        <p:spPr>
          <a:xfrm rot="3427688" flipH="1">
            <a:off x="2754261" y="2843083"/>
            <a:ext cx="12568129" cy="9076300"/>
          </a:xfrm>
          <a:prstGeom prst="rect">
            <a:avLst/>
          </a:prstGeom>
          <a:noFill/>
          <a:ln>
            <a:noFill/>
          </a:ln>
        </p:spPr>
      </p:pic>
      <p:sp>
        <p:nvSpPr>
          <p:cNvPr id="111" name="Google Shape;111;p14"/>
          <p:cNvSpPr txBox="1">
            <a:spLocks noGrp="1"/>
          </p:cNvSpPr>
          <p:nvPr>
            <p:ph type="title"/>
          </p:nvPr>
        </p:nvSpPr>
        <p:spPr>
          <a:xfrm>
            <a:off x="720075"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2" name="Google Shape;112;p14"/>
          <p:cNvSpPr txBox="1">
            <a:spLocks noGrp="1"/>
          </p:cNvSpPr>
          <p:nvPr>
            <p:ph type="subTitle" idx="1"/>
          </p:nvPr>
        </p:nvSpPr>
        <p:spPr>
          <a:xfrm>
            <a:off x="983650" y="2832075"/>
            <a:ext cx="2241900" cy="132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13" name="Google Shape;113;p14"/>
          <p:cNvSpPr txBox="1">
            <a:spLocks noGrp="1"/>
          </p:cNvSpPr>
          <p:nvPr>
            <p:ph type="subTitle" idx="2"/>
          </p:nvPr>
        </p:nvSpPr>
        <p:spPr>
          <a:xfrm>
            <a:off x="3451175" y="2832075"/>
            <a:ext cx="2241900" cy="132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14" name="Google Shape;114;p14"/>
          <p:cNvSpPr txBox="1">
            <a:spLocks noGrp="1"/>
          </p:cNvSpPr>
          <p:nvPr>
            <p:ph type="subTitle" idx="3"/>
          </p:nvPr>
        </p:nvSpPr>
        <p:spPr>
          <a:xfrm>
            <a:off x="5918698" y="2832075"/>
            <a:ext cx="2241900" cy="132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15" name="Google Shape;115;p14"/>
          <p:cNvSpPr txBox="1">
            <a:spLocks noGrp="1"/>
          </p:cNvSpPr>
          <p:nvPr>
            <p:ph type="subTitle" idx="4"/>
          </p:nvPr>
        </p:nvSpPr>
        <p:spPr>
          <a:xfrm>
            <a:off x="983650" y="2513450"/>
            <a:ext cx="22419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Bebas Neue"/>
              <a:buNone/>
              <a:defRPr sz="2000" b="1">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9pPr>
          </a:lstStyle>
          <a:p>
            <a:endParaRPr/>
          </a:p>
        </p:txBody>
      </p:sp>
      <p:sp>
        <p:nvSpPr>
          <p:cNvPr id="116" name="Google Shape;116;p14"/>
          <p:cNvSpPr txBox="1">
            <a:spLocks noGrp="1"/>
          </p:cNvSpPr>
          <p:nvPr>
            <p:ph type="subTitle" idx="5"/>
          </p:nvPr>
        </p:nvSpPr>
        <p:spPr>
          <a:xfrm>
            <a:off x="3451096" y="2513450"/>
            <a:ext cx="22419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Bebas Neue"/>
              <a:buNone/>
              <a:defRPr sz="2000" b="1">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9pPr>
          </a:lstStyle>
          <a:p>
            <a:endParaRPr/>
          </a:p>
        </p:txBody>
      </p:sp>
      <p:sp>
        <p:nvSpPr>
          <p:cNvPr id="117" name="Google Shape;117;p14"/>
          <p:cNvSpPr txBox="1">
            <a:spLocks noGrp="1"/>
          </p:cNvSpPr>
          <p:nvPr>
            <p:ph type="subTitle" idx="6"/>
          </p:nvPr>
        </p:nvSpPr>
        <p:spPr>
          <a:xfrm>
            <a:off x="5918698" y="2513450"/>
            <a:ext cx="22419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Bebas Neue"/>
              <a:buNone/>
              <a:defRPr sz="2000" b="1">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000" b="1">
                <a:latin typeface="Bebas Neue"/>
                <a:ea typeface="Bebas Neue"/>
                <a:cs typeface="Bebas Neue"/>
                <a:sym typeface="Bebas Neue"/>
              </a:defRPr>
            </a:lvl9pPr>
          </a:lstStyle>
          <a:p>
            <a:endParaRPr/>
          </a:p>
        </p:txBody>
      </p:sp>
      <p:pic>
        <p:nvPicPr>
          <p:cNvPr id="118" name="Google Shape;118;p14"/>
          <p:cNvPicPr preferRelativeResize="0"/>
          <p:nvPr/>
        </p:nvPicPr>
        <p:blipFill>
          <a:blip r:embed="rId4">
            <a:alphaModFix/>
          </a:blip>
          <a:stretch>
            <a:fillRect/>
          </a:stretch>
        </p:blipFill>
        <p:spPr>
          <a:xfrm>
            <a:off x="7891494" y="159913"/>
            <a:ext cx="900260" cy="354050"/>
          </a:xfrm>
          <a:prstGeom prst="rect">
            <a:avLst/>
          </a:prstGeom>
          <a:noFill/>
          <a:ln>
            <a:noFill/>
          </a:ln>
        </p:spPr>
      </p:pic>
      <p:pic>
        <p:nvPicPr>
          <p:cNvPr id="119" name="Google Shape;119;p14"/>
          <p:cNvPicPr preferRelativeResize="0"/>
          <p:nvPr/>
        </p:nvPicPr>
        <p:blipFill>
          <a:blip r:embed="rId5">
            <a:alphaModFix/>
          </a:blip>
          <a:stretch>
            <a:fillRect/>
          </a:stretch>
        </p:blipFill>
        <p:spPr>
          <a:xfrm>
            <a:off x="0" y="595500"/>
            <a:ext cx="779900" cy="2592125"/>
          </a:xfrm>
          <a:prstGeom prst="rect">
            <a:avLst/>
          </a:prstGeom>
          <a:noFill/>
          <a:ln>
            <a:noFill/>
          </a:ln>
        </p:spPr>
      </p:pic>
      <p:pic>
        <p:nvPicPr>
          <p:cNvPr id="120" name="Google Shape;120;p14"/>
          <p:cNvPicPr preferRelativeResize="0"/>
          <p:nvPr/>
        </p:nvPicPr>
        <p:blipFill>
          <a:blip r:embed="rId6">
            <a:alphaModFix/>
          </a:blip>
          <a:stretch>
            <a:fillRect/>
          </a:stretch>
        </p:blipFill>
        <p:spPr>
          <a:xfrm>
            <a:off x="2029564" y="4486664"/>
            <a:ext cx="1032874" cy="4062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CUSTOM_6_2_1">
    <p:spTree>
      <p:nvGrpSpPr>
        <p:cNvPr id="1" name="Shape 121"/>
        <p:cNvGrpSpPr/>
        <p:nvPr/>
      </p:nvGrpSpPr>
      <p:grpSpPr>
        <a:xfrm>
          <a:off x="0" y="0"/>
          <a:ext cx="0" cy="0"/>
          <a:chOff x="0" y="0"/>
          <a:chExt cx="0" cy="0"/>
        </a:xfrm>
      </p:grpSpPr>
      <p:pic>
        <p:nvPicPr>
          <p:cNvPr id="122" name="Google Shape;122;p15"/>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23" name="Google Shape;123;p15"/>
          <p:cNvPicPr preferRelativeResize="0"/>
          <p:nvPr/>
        </p:nvPicPr>
        <p:blipFill>
          <a:blip r:embed="rId3">
            <a:alphaModFix amt="50000"/>
          </a:blip>
          <a:stretch>
            <a:fillRect/>
          </a:stretch>
        </p:blipFill>
        <p:spPr>
          <a:xfrm rot="-4431803">
            <a:off x="-374911" y="3003472"/>
            <a:ext cx="12568128" cy="9076276"/>
          </a:xfrm>
          <a:prstGeom prst="rect">
            <a:avLst/>
          </a:prstGeom>
          <a:noFill/>
          <a:ln>
            <a:noFill/>
          </a:ln>
        </p:spPr>
      </p:pic>
      <p:pic>
        <p:nvPicPr>
          <p:cNvPr id="124" name="Google Shape;124;p15"/>
          <p:cNvPicPr preferRelativeResize="0"/>
          <p:nvPr/>
        </p:nvPicPr>
        <p:blipFill>
          <a:blip r:embed="rId4">
            <a:alphaModFix/>
          </a:blip>
          <a:stretch>
            <a:fillRect/>
          </a:stretch>
        </p:blipFill>
        <p:spPr>
          <a:xfrm rot="5400000">
            <a:off x="8156925" y="3940676"/>
            <a:ext cx="1126551" cy="443050"/>
          </a:xfrm>
          <a:prstGeom prst="rect">
            <a:avLst/>
          </a:prstGeom>
          <a:noFill/>
          <a:ln>
            <a:noFill/>
          </a:ln>
        </p:spPr>
      </p:pic>
      <p:sp>
        <p:nvSpPr>
          <p:cNvPr id="125" name="Google Shape;125;p15"/>
          <p:cNvSpPr txBox="1">
            <a:spLocks noGrp="1"/>
          </p:cNvSpPr>
          <p:nvPr>
            <p:ph type="title"/>
          </p:nvPr>
        </p:nvSpPr>
        <p:spPr>
          <a:xfrm>
            <a:off x="720075"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6" name="Google Shape;126;p15"/>
          <p:cNvSpPr txBox="1">
            <a:spLocks noGrp="1"/>
          </p:cNvSpPr>
          <p:nvPr>
            <p:ph type="body" idx="1"/>
          </p:nvPr>
        </p:nvSpPr>
        <p:spPr>
          <a:xfrm>
            <a:off x="713100" y="1224575"/>
            <a:ext cx="3858900" cy="3379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Char char="●"/>
              <a:defRPr>
                <a:solidFill>
                  <a:schemeClr val="dk1"/>
                </a:solidFill>
              </a:defRPr>
            </a:lvl1pPr>
            <a:lvl2pPr marL="914400" lvl="1" indent="-304800" rtl="0">
              <a:lnSpc>
                <a:spcPct val="115000"/>
              </a:lnSpc>
              <a:spcBef>
                <a:spcPts val="0"/>
              </a:spcBef>
              <a:spcAft>
                <a:spcPts val="0"/>
              </a:spcAft>
              <a:buClr>
                <a:schemeClr val="dk1"/>
              </a:buClr>
              <a:buSzPts val="1200"/>
              <a:buChar char="○"/>
              <a:defRPr>
                <a:solidFill>
                  <a:schemeClr val="dk1"/>
                </a:solidFill>
              </a:defRPr>
            </a:lvl2pPr>
            <a:lvl3pPr marL="1371600" lvl="2" indent="-304800" rtl="0">
              <a:lnSpc>
                <a:spcPct val="115000"/>
              </a:lnSpc>
              <a:spcBef>
                <a:spcPts val="1600"/>
              </a:spcBef>
              <a:spcAft>
                <a:spcPts val="0"/>
              </a:spcAft>
              <a:buClr>
                <a:schemeClr val="dk1"/>
              </a:buClr>
              <a:buSzPts val="1200"/>
              <a:buChar char="■"/>
              <a:defRPr>
                <a:solidFill>
                  <a:schemeClr val="dk1"/>
                </a:solidFill>
              </a:defRPr>
            </a:lvl3pPr>
            <a:lvl4pPr marL="1828800" lvl="3" indent="-304800" rtl="0">
              <a:lnSpc>
                <a:spcPct val="115000"/>
              </a:lnSpc>
              <a:spcBef>
                <a:spcPts val="1600"/>
              </a:spcBef>
              <a:spcAft>
                <a:spcPts val="0"/>
              </a:spcAft>
              <a:buClr>
                <a:schemeClr val="dk1"/>
              </a:buClr>
              <a:buSzPts val="1200"/>
              <a:buChar char="●"/>
              <a:defRPr>
                <a:solidFill>
                  <a:schemeClr val="dk1"/>
                </a:solidFill>
              </a:defRPr>
            </a:lvl4pPr>
            <a:lvl5pPr marL="2286000" lvl="4" indent="-304800" rtl="0">
              <a:lnSpc>
                <a:spcPct val="115000"/>
              </a:lnSpc>
              <a:spcBef>
                <a:spcPts val="1600"/>
              </a:spcBef>
              <a:spcAft>
                <a:spcPts val="0"/>
              </a:spcAft>
              <a:buClr>
                <a:schemeClr val="dk1"/>
              </a:buClr>
              <a:buSzPts val="1200"/>
              <a:buChar char="○"/>
              <a:defRPr>
                <a:solidFill>
                  <a:schemeClr val="dk1"/>
                </a:solidFill>
              </a:defRPr>
            </a:lvl5pPr>
            <a:lvl6pPr marL="2743200" lvl="5" indent="-304800" rtl="0">
              <a:lnSpc>
                <a:spcPct val="115000"/>
              </a:lnSpc>
              <a:spcBef>
                <a:spcPts val="1600"/>
              </a:spcBef>
              <a:spcAft>
                <a:spcPts val="0"/>
              </a:spcAft>
              <a:buClr>
                <a:schemeClr val="dk1"/>
              </a:buClr>
              <a:buSzPts val="1200"/>
              <a:buChar char="■"/>
              <a:defRPr>
                <a:solidFill>
                  <a:schemeClr val="dk1"/>
                </a:solidFill>
              </a:defRPr>
            </a:lvl6pPr>
            <a:lvl7pPr marL="3200400" lvl="6" indent="-304800" rtl="0">
              <a:lnSpc>
                <a:spcPct val="115000"/>
              </a:lnSpc>
              <a:spcBef>
                <a:spcPts val="1600"/>
              </a:spcBef>
              <a:spcAft>
                <a:spcPts val="0"/>
              </a:spcAft>
              <a:buClr>
                <a:schemeClr val="dk1"/>
              </a:buClr>
              <a:buSzPts val="1200"/>
              <a:buChar char="●"/>
              <a:defRPr>
                <a:solidFill>
                  <a:schemeClr val="dk1"/>
                </a:solidFill>
              </a:defRPr>
            </a:lvl7pPr>
            <a:lvl8pPr marL="3657600" lvl="7" indent="-304800" rtl="0">
              <a:lnSpc>
                <a:spcPct val="115000"/>
              </a:lnSpc>
              <a:spcBef>
                <a:spcPts val="1600"/>
              </a:spcBef>
              <a:spcAft>
                <a:spcPts val="0"/>
              </a:spcAft>
              <a:buClr>
                <a:schemeClr val="dk1"/>
              </a:buClr>
              <a:buSzPts val="1200"/>
              <a:buChar char="○"/>
              <a:defRPr>
                <a:solidFill>
                  <a:schemeClr val="dk1"/>
                </a:solidFill>
              </a:defRPr>
            </a:lvl8pPr>
            <a:lvl9pPr marL="4114800" lvl="8" indent="-304800" rtl="0">
              <a:lnSpc>
                <a:spcPct val="115000"/>
              </a:lnSpc>
              <a:spcBef>
                <a:spcPts val="1600"/>
              </a:spcBef>
              <a:spcAft>
                <a:spcPts val="1600"/>
              </a:spcAft>
              <a:buClr>
                <a:schemeClr val="dk1"/>
              </a:buClr>
              <a:buSzPts val="1200"/>
              <a:buChar char="■"/>
              <a:defRPr>
                <a:solidFill>
                  <a:schemeClr val="dk1"/>
                </a:solidFill>
              </a:defRPr>
            </a:lvl9pPr>
          </a:lstStyle>
          <a:p>
            <a:endParaRPr/>
          </a:p>
        </p:txBody>
      </p:sp>
      <p:sp>
        <p:nvSpPr>
          <p:cNvPr id="127" name="Google Shape;127;p15"/>
          <p:cNvSpPr txBox="1">
            <a:spLocks noGrp="1"/>
          </p:cNvSpPr>
          <p:nvPr>
            <p:ph type="body" idx="2"/>
          </p:nvPr>
        </p:nvSpPr>
        <p:spPr>
          <a:xfrm>
            <a:off x="4572000" y="1224575"/>
            <a:ext cx="3858900" cy="3379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Char char="●"/>
              <a:defRPr>
                <a:solidFill>
                  <a:schemeClr val="dk1"/>
                </a:solidFill>
              </a:defRPr>
            </a:lvl1pPr>
            <a:lvl2pPr marL="914400" lvl="1" indent="-304800" rtl="0">
              <a:lnSpc>
                <a:spcPct val="115000"/>
              </a:lnSpc>
              <a:spcBef>
                <a:spcPts val="0"/>
              </a:spcBef>
              <a:spcAft>
                <a:spcPts val="0"/>
              </a:spcAft>
              <a:buClr>
                <a:schemeClr val="dk1"/>
              </a:buClr>
              <a:buSzPts val="1200"/>
              <a:buFont typeface="Roboto Condensed Light"/>
              <a:buChar char="○"/>
              <a:defRPr>
                <a:solidFill>
                  <a:schemeClr val="dk1"/>
                </a:solidFill>
              </a:defRPr>
            </a:lvl2pPr>
            <a:lvl3pPr marL="1371600" lvl="2" indent="-304800" rtl="0">
              <a:lnSpc>
                <a:spcPct val="115000"/>
              </a:lnSpc>
              <a:spcBef>
                <a:spcPts val="1600"/>
              </a:spcBef>
              <a:spcAft>
                <a:spcPts val="0"/>
              </a:spcAft>
              <a:buClr>
                <a:schemeClr val="dk1"/>
              </a:buClr>
              <a:buSzPts val="1200"/>
              <a:buFont typeface="Roboto Condensed Light"/>
              <a:buChar char="■"/>
              <a:defRPr>
                <a:solidFill>
                  <a:schemeClr val="dk1"/>
                </a:solidFill>
              </a:defRPr>
            </a:lvl3pPr>
            <a:lvl4pPr marL="1828800" lvl="3" indent="-304800" rtl="0">
              <a:lnSpc>
                <a:spcPct val="115000"/>
              </a:lnSpc>
              <a:spcBef>
                <a:spcPts val="1600"/>
              </a:spcBef>
              <a:spcAft>
                <a:spcPts val="0"/>
              </a:spcAft>
              <a:buClr>
                <a:schemeClr val="dk1"/>
              </a:buClr>
              <a:buSzPts val="1200"/>
              <a:buFont typeface="Roboto Condensed Light"/>
              <a:buChar char="●"/>
              <a:defRPr>
                <a:solidFill>
                  <a:schemeClr val="dk1"/>
                </a:solidFill>
              </a:defRPr>
            </a:lvl4pPr>
            <a:lvl5pPr marL="2286000" lvl="4" indent="-304800" rtl="0">
              <a:lnSpc>
                <a:spcPct val="115000"/>
              </a:lnSpc>
              <a:spcBef>
                <a:spcPts val="1600"/>
              </a:spcBef>
              <a:spcAft>
                <a:spcPts val="0"/>
              </a:spcAft>
              <a:buClr>
                <a:schemeClr val="dk1"/>
              </a:buClr>
              <a:buSzPts val="1200"/>
              <a:buFont typeface="Roboto Condensed Light"/>
              <a:buChar char="○"/>
              <a:defRPr>
                <a:solidFill>
                  <a:schemeClr val="dk1"/>
                </a:solidFill>
              </a:defRPr>
            </a:lvl5pPr>
            <a:lvl6pPr marL="2743200" lvl="5" indent="-304800" rtl="0">
              <a:lnSpc>
                <a:spcPct val="115000"/>
              </a:lnSpc>
              <a:spcBef>
                <a:spcPts val="1600"/>
              </a:spcBef>
              <a:spcAft>
                <a:spcPts val="0"/>
              </a:spcAft>
              <a:buClr>
                <a:schemeClr val="dk1"/>
              </a:buClr>
              <a:buSzPts val="1200"/>
              <a:buFont typeface="Roboto Condensed Light"/>
              <a:buChar char="■"/>
              <a:defRPr>
                <a:solidFill>
                  <a:schemeClr val="dk1"/>
                </a:solidFill>
              </a:defRPr>
            </a:lvl6pPr>
            <a:lvl7pPr marL="3200400" lvl="6" indent="-304800" rtl="0">
              <a:lnSpc>
                <a:spcPct val="115000"/>
              </a:lnSpc>
              <a:spcBef>
                <a:spcPts val="1600"/>
              </a:spcBef>
              <a:spcAft>
                <a:spcPts val="0"/>
              </a:spcAft>
              <a:buClr>
                <a:schemeClr val="dk1"/>
              </a:buClr>
              <a:buSzPts val="1200"/>
              <a:buFont typeface="Roboto Condensed Light"/>
              <a:buChar char="●"/>
              <a:defRPr>
                <a:solidFill>
                  <a:schemeClr val="dk1"/>
                </a:solidFill>
              </a:defRPr>
            </a:lvl7pPr>
            <a:lvl8pPr marL="3657600" lvl="7" indent="-304800" rtl="0">
              <a:lnSpc>
                <a:spcPct val="115000"/>
              </a:lnSpc>
              <a:spcBef>
                <a:spcPts val="1600"/>
              </a:spcBef>
              <a:spcAft>
                <a:spcPts val="0"/>
              </a:spcAft>
              <a:buClr>
                <a:schemeClr val="dk1"/>
              </a:buClr>
              <a:buSzPts val="1200"/>
              <a:buFont typeface="Roboto Condensed Light"/>
              <a:buChar char="○"/>
              <a:defRPr>
                <a:solidFill>
                  <a:schemeClr val="dk1"/>
                </a:solidFill>
              </a:defRPr>
            </a:lvl8pPr>
            <a:lvl9pPr marL="4114800" lvl="8" indent="-304800" rtl="0">
              <a:lnSpc>
                <a:spcPct val="115000"/>
              </a:lnSpc>
              <a:spcBef>
                <a:spcPts val="1600"/>
              </a:spcBef>
              <a:spcAft>
                <a:spcPts val="1600"/>
              </a:spcAft>
              <a:buClr>
                <a:schemeClr val="dk1"/>
              </a:buClr>
              <a:buSzPts val="1200"/>
              <a:buFont typeface="Roboto Condensed Light"/>
              <a:buChar char="■"/>
              <a:defRPr>
                <a:solidFill>
                  <a:schemeClr val="dk1"/>
                </a:solidFill>
              </a:defRPr>
            </a:lvl9pPr>
          </a:lstStyle>
          <a:p>
            <a:endParaRPr/>
          </a:p>
        </p:txBody>
      </p:sp>
      <p:pic>
        <p:nvPicPr>
          <p:cNvPr id="128" name="Google Shape;128;p15"/>
          <p:cNvPicPr preferRelativeResize="0"/>
          <p:nvPr/>
        </p:nvPicPr>
        <p:blipFill>
          <a:blip r:embed="rId5">
            <a:alphaModFix/>
          </a:blip>
          <a:stretch>
            <a:fillRect/>
          </a:stretch>
        </p:blipFill>
        <p:spPr>
          <a:xfrm>
            <a:off x="1836275" y="116975"/>
            <a:ext cx="835924" cy="422425"/>
          </a:xfrm>
          <a:prstGeom prst="rect">
            <a:avLst/>
          </a:prstGeom>
          <a:noFill/>
          <a:ln>
            <a:noFill/>
          </a:ln>
        </p:spPr>
      </p:pic>
      <p:pic>
        <p:nvPicPr>
          <p:cNvPr id="129" name="Google Shape;129;p15"/>
          <p:cNvPicPr preferRelativeResize="0"/>
          <p:nvPr/>
        </p:nvPicPr>
        <p:blipFill>
          <a:blip r:embed="rId6">
            <a:alphaModFix/>
          </a:blip>
          <a:stretch>
            <a:fillRect/>
          </a:stretch>
        </p:blipFill>
        <p:spPr>
          <a:xfrm>
            <a:off x="319450" y="4638475"/>
            <a:ext cx="787300" cy="30962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30"/>
        <p:cNvGrpSpPr/>
        <p:nvPr/>
      </p:nvGrpSpPr>
      <p:grpSpPr>
        <a:xfrm>
          <a:off x="0" y="0"/>
          <a:ext cx="0" cy="0"/>
          <a:chOff x="0" y="0"/>
          <a:chExt cx="0" cy="0"/>
        </a:xfrm>
      </p:grpSpPr>
      <p:pic>
        <p:nvPicPr>
          <p:cNvPr id="131" name="Google Shape;131;p16"/>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32" name="Google Shape;132;p16"/>
          <p:cNvPicPr preferRelativeResize="0"/>
          <p:nvPr/>
        </p:nvPicPr>
        <p:blipFill>
          <a:blip r:embed="rId3">
            <a:alphaModFix amt="50000"/>
          </a:blip>
          <a:stretch>
            <a:fillRect/>
          </a:stretch>
        </p:blipFill>
        <p:spPr>
          <a:xfrm rot="-6513191">
            <a:off x="5957588" y="907972"/>
            <a:ext cx="12568128" cy="9076276"/>
          </a:xfrm>
          <a:prstGeom prst="rect">
            <a:avLst/>
          </a:prstGeom>
          <a:noFill/>
          <a:ln>
            <a:noFill/>
          </a:ln>
        </p:spPr>
      </p:pic>
      <p:pic>
        <p:nvPicPr>
          <p:cNvPr id="133" name="Google Shape;133;p16"/>
          <p:cNvPicPr preferRelativeResize="0"/>
          <p:nvPr/>
        </p:nvPicPr>
        <p:blipFill>
          <a:blip r:embed="rId3">
            <a:alphaModFix amt="50000"/>
          </a:blip>
          <a:stretch>
            <a:fillRect/>
          </a:stretch>
        </p:blipFill>
        <p:spPr>
          <a:xfrm rot="1723714">
            <a:off x="-10247487" y="-1594854"/>
            <a:ext cx="12568130" cy="9076276"/>
          </a:xfrm>
          <a:prstGeom prst="rect">
            <a:avLst/>
          </a:prstGeom>
          <a:noFill/>
          <a:ln>
            <a:noFill/>
          </a:ln>
        </p:spPr>
      </p:pic>
      <p:pic>
        <p:nvPicPr>
          <p:cNvPr id="134" name="Google Shape;134;p16"/>
          <p:cNvPicPr preferRelativeResize="0"/>
          <p:nvPr/>
        </p:nvPicPr>
        <p:blipFill>
          <a:blip r:embed="rId4">
            <a:alphaModFix/>
          </a:blip>
          <a:stretch>
            <a:fillRect/>
          </a:stretch>
        </p:blipFill>
        <p:spPr>
          <a:xfrm rot="5">
            <a:off x="5957550" y="230126"/>
            <a:ext cx="1126551" cy="443050"/>
          </a:xfrm>
          <a:prstGeom prst="rect">
            <a:avLst/>
          </a:prstGeom>
          <a:noFill/>
          <a:ln>
            <a:noFill/>
          </a:ln>
        </p:spPr>
      </p:pic>
      <p:pic>
        <p:nvPicPr>
          <p:cNvPr id="135" name="Google Shape;135;p16"/>
          <p:cNvPicPr preferRelativeResize="0"/>
          <p:nvPr/>
        </p:nvPicPr>
        <p:blipFill>
          <a:blip r:embed="rId5">
            <a:alphaModFix/>
          </a:blip>
          <a:stretch>
            <a:fillRect/>
          </a:stretch>
        </p:blipFill>
        <p:spPr>
          <a:xfrm>
            <a:off x="8012938" y="4477263"/>
            <a:ext cx="835924" cy="328750"/>
          </a:xfrm>
          <a:prstGeom prst="rect">
            <a:avLst/>
          </a:prstGeom>
          <a:noFill/>
          <a:ln>
            <a:noFill/>
          </a:ln>
        </p:spPr>
      </p:pic>
      <p:sp>
        <p:nvSpPr>
          <p:cNvPr id="136" name="Google Shape;136;p16"/>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7" name="Google Shape;137;p16"/>
          <p:cNvSpPr txBox="1">
            <a:spLocks noGrp="1"/>
          </p:cNvSpPr>
          <p:nvPr>
            <p:ph type="subTitle" idx="1"/>
          </p:nvPr>
        </p:nvSpPr>
        <p:spPr>
          <a:xfrm>
            <a:off x="3852592" y="1344144"/>
            <a:ext cx="36366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38" name="Google Shape;138;p16"/>
          <p:cNvSpPr txBox="1">
            <a:spLocks noGrp="1"/>
          </p:cNvSpPr>
          <p:nvPr>
            <p:ph type="subTitle" idx="2"/>
          </p:nvPr>
        </p:nvSpPr>
        <p:spPr>
          <a:xfrm>
            <a:off x="3852600" y="2161281"/>
            <a:ext cx="36366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39" name="Google Shape;139;p16"/>
          <p:cNvSpPr txBox="1">
            <a:spLocks noGrp="1"/>
          </p:cNvSpPr>
          <p:nvPr>
            <p:ph type="subTitle" idx="3"/>
          </p:nvPr>
        </p:nvSpPr>
        <p:spPr>
          <a:xfrm>
            <a:off x="3852600" y="2978419"/>
            <a:ext cx="36366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0" name="Google Shape;140;p16"/>
          <p:cNvSpPr txBox="1">
            <a:spLocks noGrp="1"/>
          </p:cNvSpPr>
          <p:nvPr>
            <p:ph type="subTitle" idx="4"/>
          </p:nvPr>
        </p:nvSpPr>
        <p:spPr>
          <a:xfrm>
            <a:off x="3852600" y="3795556"/>
            <a:ext cx="3636600" cy="628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41" name="Google Shape;141;p16"/>
          <p:cNvSpPr txBox="1">
            <a:spLocks noGrp="1"/>
          </p:cNvSpPr>
          <p:nvPr>
            <p:ph type="subTitle" idx="5"/>
          </p:nvPr>
        </p:nvSpPr>
        <p:spPr>
          <a:xfrm>
            <a:off x="2330400" y="1344144"/>
            <a:ext cx="1475100" cy="62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Font typeface="Cormorant Garamond"/>
              <a:buNone/>
              <a:defRPr sz="2000" b="1">
                <a:solidFill>
                  <a:schemeClr val="dk1"/>
                </a:solidFill>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2pPr>
            <a:lvl3pPr lvl="2"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3pPr>
            <a:lvl4pPr lvl="3"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4pPr>
            <a:lvl5pPr lvl="4"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5pPr>
            <a:lvl6pPr lvl="5"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6pPr>
            <a:lvl7pPr lvl="6"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7pPr>
            <a:lvl8pPr lvl="7"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8pPr>
            <a:lvl9pPr lvl="8"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9pPr>
          </a:lstStyle>
          <a:p>
            <a:endParaRPr/>
          </a:p>
        </p:txBody>
      </p:sp>
      <p:sp>
        <p:nvSpPr>
          <p:cNvPr id="142" name="Google Shape;142;p16"/>
          <p:cNvSpPr txBox="1">
            <a:spLocks noGrp="1"/>
          </p:cNvSpPr>
          <p:nvPr>
            <p:ph type="subTitle" idx="6"/>
          </p:nvPr>
        </p:nvSpPr>
        <p:spPr>
          <a:xfrm>
            <a:off x="2330400" y="2161288"/>
            <a:ext cx="1475100" cy="62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Font typeface="Cormorant Garamond"/>
              <a:buNone/>
              <a:defRPr sz="2000" b="1">
                <a:solidFill>
                  <a:schemeClr val="dk1"/>
                </a:solidFill>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2pPr>
            <a:lvl3pPr lvl="2"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3pPr>
            <a:lvl4pPr lvl="3"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4pPr>
            <a:lvl5pPr lvl="4"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5pPr>
            <a:lvl6pPr lvl="5"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6pPr>
            <a:lvl7pPr lvl="6"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7pPr>
            <a:lvl8pPr lvl="7"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8pPr>
            <a:lvl9pPr lvl="8"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9pPr>
          </a:lstStyle>
          <a:p>
            <a:endParaRPr/>
          </a:p>
        </p:txBody>
      </p:sp>
      <p:sp>
        <p:nvSpPr>
          <p:cNvPr id="143" name="Google Shape;143;p16"/>
          <p:cNvSpPr txBox="1">
            <a:spLocks noGrp="1"/>
          </p:cNvSpPr>
          <p:nvPr>
            <p:ph type="subTitle" idx="7"/>
          </p:nvPr>
        </p:nvSpPr>
        <p:spPr>
          <a:xfrm>
            <a:off x="2330400" y="2978419"/>
            <a:ext cx="1475100" cy="62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Font typeface="Cormorant Garamond"/>
              <a:buNone/>
              <a:defRPr sz="2000" b="1">
                <a:solidFill>
                  <a:schemeClr val="dk1"/>
                </a:solidFill>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2pPr>
            <a:lvl3pPr lvl="2"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3pPr>
            <a:lvl4pPr lvl="3"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4pPr>
            <a:lvl5pPr lvl="4"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5pPr>
            <a:lvl6pPr lvl="5"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6pPr>
            <a:lvl7pPr lvl="6"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7pPr>
            <a:lvl8pPr lvl="7"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8pPr>
            <a:lvl9pPr lvl="8"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9pPr>
          </a:lstStyle>
          <a:p>
            <a:endParaRPr/>
          </a:p>
        </p:txBody>
      </p:sp>
      <p:sp>
        <p:nvSpPr>
          <p:cNvPr id="144" name="Google Shape;144;p16"/>
          <p:cNvSpPr txBox="1">
            <a:spLocks noGrp="1"/>
          </p:cNvSpPr>
          <p:nvPr>
            <p:ph type="subTitle" idx="8"/>
          </p:nvPr>
        </p:nvSpPr>
        <p:spPr>
          <a:xfrm>
            <a:off x="2330400" y="3795556"/>
            <a:ext cx="1475100" cy="62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000"/>
              <a:buFont typeface="Cormorant Garamond"/>
              <a:buNone/>
              <a:defRPr sz="2000" b="1">
                <a:solidFill>
                  <a:schemeClr val="dk1"/>
                </a:solidFill>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2pPr>
            <a:lvl3pPr lvl="2"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3pPr>
            <a:lvl4pPr lvl="3"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4pPr>
            <a:lvl5pPr lvl="4"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5pPr>
            <a:lvl6pPr lvl="5"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6pPr>
            <a:lvl7pPr lvl="6"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7pPr>
            <a:lvl8pPr lvl="7"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8pPr>
            <a:lvl9pPr lvl="8"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45"/>
        <p:cNvGrpSpPr/>
        <p:nvPr/>
      </p:nvGrpSpPr>
      <p:grpSpPr>
        <a:xfrm>
          <a:off x="0" y="0"/>
          <a:ext cx="0" cy="0"/>
          <a:chOff x="0" y="0"/>
          <a:chExt cx="0" cy="0"/>
        </a:xfrm>
      </p:grpSpPr>
      <p:pic>
        <p:nvPicPr>
          <p:cNvPr id="146" name="Google Shape;146;p17"/>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47" name="Google Shape;147;p17"/>
          <p:cNvPicPr preferRelativeResize="0"/>
          <p:nvPr/>
        </p:nvPicPr>
        <p:blipFill>
          <a:blip r:embed="rId3">
            <a:alphaModFix amt="50000"/>
          </a:blip>
          <a:stretch>
            <a:fillRect/>
          </a:stretch>
        </p:blipFill>
        <p:spPr>
          <a:xfrm rot="-4431803">
            <a:off x="-5289811" y="1193722"/>
            <a:ext cx="12568128" cy="9076276"/>
          </a:xfrm>
          <a:prstGeom prst="rect">
            <a:avLst/>
          </a:prstGeom>
          <a:noFill/>
          <a:ln>
            <a:noFill/>
          </a:ln>
        </p:spPr>
      </p:pic>
      <p:pic>
        <p:nvPicPr>
          <p:cNvPr id="148" name="Google Shape;148;p17"/>
          <p:cNvPicPr preferRelativeResize="0"/>
          <p:nvPr/>
        </p:nvPicPr>
        <p:blipFill>
          <a:blip r:embed="rId3">
            <a:alphaModFix amt="50000"/>
          </a:blip>
          <a:stretch>
            <a:fillRect/>
          </a:stretch>
        </p:blipFill>
        <p:spPr>
          <a:xfrm rot="-4431803">
            <a:off x="4745189" y="793672"/>
            <a:ext cx="12568128" cy="9076276"/>
          </a:xfrm>
          <a:prstGeom prst="rect">
            <a:avLst/>
          </a:prstGeom>
          <a:noFill/>
          <a:ln>
            <a:noFill/>
          </a:ln>
        </p:spPr>
      </p:pic>
      <p:pic>
        <p:nvPicPr>
          <p:cNvPr id="149" name="Google Shape;149;p17"/>
          <p:cNvPicPr preferRelativeResize="0"/>
          <p:nvPr/>
        </p:nvPicPr>
        <p:blipFill>
          <a:blip r:embed="rId4">
            <a:alphaModFix/>
          </a:blip>
          <a:stretch>
            <a:fillRect/>
          </a:stretch>
        </p:blipFill>
        <p:spPr>
          <a:xfrm rot="5400000">
            <a:off x="8156925" y="2131701"/>
            <a:ext cx="1126551" cy="443050"/>
          </a:xfrm>
          <a:prstGeom prst="rect">
            <a:avLst/>
          </a:prstGeom>
          <a:noFill/>
          <a:ln>
            <a:noFill/>
          </a:ln>
        </p:spPr>
      </p:pic>
      <p:pic>
        <p:nvPicPr>
          <p:cNvPr id="150" name="Google Shape;150;p17"/>
          <p:cNvPicPr preferRelativeResize="0"/>
          <p:nvPr/>
        </p:nvPicPr>
        <p:blipFill>
          <a:blip r:embed="rId5">
            <a:alphaModFix/>
          </a:blip>
          <a:stretch>
            <a:fillRect/>
          </a:stretch>
        </p:blipFill>
        <p:spPr>
          <a:xfrm>
            <a:off x="1836275" y="116975"/>
            <a:ext cx="835924" cy="422425"/>
          </a:xfrm>
          <a:prstGeom prst="rect">
            <a:avLst/>
          </a:prstGeom>
          <a:noFill/>
          <a:ln>
            <a:noFill/>
          </a:ln>
        </p:spPr>
      </p:pic>
      <p:pic>
        <p:nvPicPr>
          <p:cNvPr id="151" name="Google Shape;151;p17"/>
          <p:cNvPicPr preferRelativeResize="0"/>
          <p:nvPr/>
        </p:nvPicPr>
        <p:blipFill>
          <a:blip r:embed="rId6">
            <a:alphaModFix/>
          </a:blip>
          <a:stretch>
            <a:fillRect/>
          </a:stretch>
        </p:blipFill>
        <p:spPr>
          <a:xfrm>
            <a:off x="319450" y="4638475"/>
            <a:ext cx="787300" cy="309625"/>
          </a:xfrm>
          <a:prstGeom prst="rect">
            <a:avLst/>
          </a:prstGeom>
          <a:noFill/>
          <a:ln>
            <a:noFill/>
          </a:ln>
        </p:spPr>
      </p:pic>
      <p:sp>
        <p:nvSpPr>
          <p:cNvPr id="152" name="Google Shape;152;p17"/>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3" name="Google Shape;153;p17"/>
          <p:cNvSpPr txBox="1">
            <a:spLocks noGrp="1"/>
          </p:cNvSpPr>
          <p:nvPr>
            <p:ph type="subTitle" idx="1"/>
          </p:nvPr>
        </p:nvSpPr>
        <p:spPr>
          <a:xfrm>
            <a:off x="1025250" y="1912875"/>
            <a:ext cx="2153400" cy="88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154" name="Google Shape;154;p17"/>
          <p:cNvSpPr txBox="1">
            <a:spLocks noGrp="1"/>
          </p:cNvSpPr>
          <p:nvPr>
            <p:ph type="subTitle" idx="2"/>
          </p:nvPr>
        </p:nvSpPr>
        <p:spPr>
          <a:xfrm>
            <a:off x="3495214" y="1912875"/>
            <a:ext cx="2153400" cy="88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155" name="Google Shape;155;p17"/>
          <p:cNvSpPr txBox="1">
            <a:spLocks noGrp="1"/>
          </p:cNvSpPr>
          <p:nvPr>
            <p:ph type="subTitle" idx="3"/>
          </p:nvPr>
        </p:nvSpPr>
        <p:spPr>
          <a:xfrm>
            <a:off x="1025250" y="3600475"/>
            <a:ext cx="2153400" cy="88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156" name="Google Shape;156;p17"/>
          <p:cNvSpPr txBox="1">
            <a:spLocks noGrp="1"/>
          </p:cNvSpPr>
          <p:nvPr>
            <p:ph type="subTitle" idx="4"/>
          </p:nvPr>
        </p:nvSpPr>
        <p:spPr>
          <a:xfrm>
            <a:off x="3495263" y="3600475"/>
            <a:ext cx="2153400" cy="88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157" name="Google Shape;157;p17"/>
          <p:cNvSpPr txBox="1">
            <a:spLocks noGrp="1"/>
          </p:cNvSpPr>
          <p:nvPr>
            <p:ph type="subTitle" idx="5"/>
          </p:nvPr>
        </p:nvSpPr>
        <p:spPr>
          <a:xfrm>
            <a:off x="5965122" y="1912875"/>
            <a:ext cx="2153400" cy="88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158" name="Google Shape;158;p17"/>
          <p:cNvSpPr txBox="1">
            <a:spLocks noGrp="1"/>
          </p:cNvSpPr>
          <p:nvPr>
            <p:ph type="subTitle" idx="6"/>
          </p:nvPr>
        </p:nvSpPr>
        <p:spPr>
          <a:xfrm>
            <a:off x="5965225" y="3600475"/>
            <a:ext cx="2153400" cy="880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159" name="Google Shape;159;p17"/>
          <p:cNvSpPr txBox="1">
            <a:spLocks noGrp="1"/>
          </p:cNvSpPr>
          <p:nvPr>
            <p:ph type="subTitle" idx="7"/>
          </p:nvPr>
        </p:nvSpPr>
        <p:spPr>
          <a:xfrm>
            <a:off x="3495182" y="1594275"/>
            <a:ext cx="21534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2pPr>
            <a:lvl3pPr lvl="2"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3pPr>
            <a:lvl4pPr lvl="3"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4pPr>
            <a:lvl5pPr lvl="4"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5pPr>
            <a:lvl6pPr lvl="5"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6pPr>
            <a:lvl7pPr lvl="6"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7pPr>
            <a:lvl8pPr lvl="7"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8pPr>
            <a:lvl9pPr lvl="8"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9pPr>
          </a:lstStyle>
          <a:p>
            <a:endParaRPr/>
          </a:p>
        </p:txBody>
      </p:sp>
      <p:sp>
        <p:nvSpPr>
          <p:cNvPr id="160" name="Google Shape;160;p17"/>
          <p:cNvSpPr txBox="1">
            <a:spLocks noGrp="1"/>
          </p:cNvSpPr>
          <p:nvPr>
            <p:ph type="subTitle" idx="8"/>
          </p:nvPr>
        </p:nvSpPr>
        <p:spPr>
          <a:xfrm>
            <a:off x="3495182" y="3281875"/>
            <a:ext cx="21534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2pPr>
            <a:lvl3pPr lvl="2"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3pPr>
            <a:lvl4pPr lvl="3"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4pPr>
            <a:lvl5pPr lvl="4"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5pPr>
            <a:lvl6pPr lvl="5"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6pPr>
            <a:lvl7pPr lvl="6"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7pPr>
            <a:lvl8pPr lvl="7"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8pPr>
            <a:lvl9pPr lvl="8"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9pPr>
          </a:lstStyle>
          <a:p>
            <a:endParaRPr/>
          </a:p>
        </p:txBody>
      </p:sp>
      <p:sp>
        <p:nvSpPr>
          <p:cNvPr id="161" name="Google Shape;161;p17"/>
          <p:cNvSpPr txBox="1">
            <a:spLocks noGrp="1"/>
          </p:cNvSpPr>
          <p:nvPr>
            <p:ph type="subTitle" idx="9"/>
          </p:nvPr>
        </p:nvSpPr>
        <p:spPr>
          <a:xfrm>
            <a:off x="5965265" y="1594275"/>
            <a:ext cx="21534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2pPr>
            <a:lvl3pPr lvl="2"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3pPr>
            <a:lvl4pPr lvl="3"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4pPr>
            <a:lvl5pPr lvl="4"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5pPr>
            <a:lvl6pPr lvl="5"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6pPr>
            <a:lvl7pPr lvl="6"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7pPr>
            <a:lvl8pPr lvl="7"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8pPr>
            <a:lvl9pPr lvl="8"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9pPr>
          </a:lstStyle>
          <a:p>
            <a:endParaRPr/>
          </a:p>
        </p:txBody>
      </p:sp>
      <p:sp>
        <p:nvSpPr>
          <p:cNvPr id="162" name="Google Shape;162;p17"/>
          <p:cNvSpPr txBox="1">
            <a:spLocks noGrp="1"/>
          </p:cNvSpPr>
          <p:nvPr>
            <p:ph type="subTitle" idx="13"/>
          </p:nvPr>
        </p:nvSpPr>
        <p:spPr>
          <a:xfrm>
            <a:off x="5965265" y="3281875"/>
            <a:ext cx="21534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2pPr>
            <a:lvl3pPr lvl="2"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3pPr>
            <a:lvl4pPr lvl="3"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4pPr>
            <a:lvl5pPr lvl="4"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5pPr>
            <a:lvl6pPr lvl="5"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6pPr>
            <a:lvl7pPr lvl="6"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7pPr>
            <a:lvl8pPr lvl="7"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8pPr>
            <a:lvl9pPr lvl="8"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9pPr>
          </a:lstStyle>
          <a:p>
            <a:endParaRPr/>
          </a:p>
        </p:txBody>
      </p:sp>
      <p:sp>
        <p:nvSpPr>
          <p:cNvPr id="163" name="Google Shape;163;p17"/>
          <p:cNvSpPr txBox="1">
            <a:spLocks noGrp="1"/>
          </p:cNvSpPr>
          <p:nvPr>
            <p:ph type="subTitle" idx="14"/>
          </p:nvPr>
        </p:nvSpPr>
        <p:spPr>
          <a:xfrm>
            <a:off x="1025250" y="1594275"/>
            <a:ext cx="21534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2pPr>
            <a:lvl3pPr lvl="2"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3pPr>
            <a:lvl4pPr lvl="3"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4pPr>
            <a:lvl5pPr lvl="4"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5pPr>
            <a:lvl6pPr lvl="5"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6pPr>
            <a:lvl7pPr lvl="6"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7pPr>
            <a:lvl8pPr lvl="7"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8pPr>
            <a:lvl9pPr lvl="8"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9pPr>
          </a:lstStyle>
          <a:p>
            <a:endParaRPr/>
          </a:p>
        </p:txBody>
      </p:sp>
      <p:sp>
        <p:nvSpPr>
          <p:cNvPr id="164" name="Google Shape;164;p17"/>
          <p:cNvSpPr txBox="1">
            <a:spLocks noGrp="1"/>
          </p:cNvSpPr>
          <p:nvPr>
            <p:ph type="subTitle" idx="15"/>
          </p:nvPr>
        </p:nvSpPr>
        <p:spPr>
          <a:xfrm>
            <a:off x="1025250" y="3281875"/>
            <a:ext cx="21534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1pPr>
            <a:lvl2pPr lvl="1"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2pPr>
            <a:lvl3pPr lvl="2"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3pPr>
            <a:lvl4pPr lvl="3"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4pPr>
            <a:lvl5pPr lvl="4"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5pPr>
            <a:lvl6pPr lvl="5"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6pPr>
            <a:lvl7pPr lvl="6"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7pPr>
            <a:lvl8pPr lvl="7"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8pPr>
            <a:lvl9pPr lvl="8" algn="ctr" rtl="0">
              <a:lnSpc>
                <a:spcPct val="100000"/>
              </a:lnSpc>
              <a:spcBef>
                <a:spcPts val="0"/>
              </a:spcBef>
              <a:spcAft>
                <a:spcPts val="0"/>
              </a:spcAft>
              <a:buSzPts val="2000"/>
              <a:buFont typeface="Cormorant Garamond"/>
              <a:buNone/>
              <a:defRPr sz="2000" b="1">
                <a:latin typeface="Cormorant Garamond"/>
                <a:ea typeface="Cormorant Garamond"/>
                <a:cs typeface="Cormorant Garamond"/>
                <a:sym typeface="Cormorant Garamond"/>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65"/>
        <p:cNvGrpSpPr/>
        <p:nvPr/>
      </p:nvGrpSpPr>
      <p:grpSpPr>
        <a:xfrm>
          <a:off x="0" y="0"/>
          <a:ext cx="0" cy="0"/>
          <a:chOff x="0" y="0"/>
          <a:chExt cx="0" cy="0"/>
        </a:xfrm>
      </p:grpSpPr>
      <p:pic>
        <p:nvPicPr>
          <p:cNvPr id="166" name="Google Shape;166;p18"/>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67" name="Google Shape;167;p18"/>
          <p:cNvPicPr preferRelativeResize="0"/>
          <p:nvPr/>
        </p:nvPicPr>
        <p:blipFill>
          <a:blip r:embed="rId3">
            <a:alphaModFix amt="50000"/>
          </a:blip>
          <a:stretch>
            <a:fillRect/>
          </a:stretch>
        </p:blipFill>
        <p:spPr>
          <a:xfrm rot="-6513191">
            <a:off x="5957588" y="907972"/>
            <a:ext cx="12568128" cy="9076276"/>
          </a:xfrm>
          <a:prstGeom prst="rect">
            <a:avLst/>
          </a:prstGeom>
          <a:noFill/>
          <a:ln>
            <a:noFill/>
          </a:ln>
        </p:spPr>
      </p:pic>
      <p:pic>
        <p:nvPicPr>
          <p:cNvPr id="168" name="Google Shape;168;p18"/>
          <p:cNvPicPr preferRelativeResize="0"/>
          <p:nvPr/>
        </p:nvPicPr>
        <p:blipFill>
          <a:blip r:embed="rId3">
            <a:alphaModFix amt="50000"/>
          </a:blip>
          <a:stretch>
            <a:fillRect/>
          </a:stretch>
        </p:blipFill>
        <p:spPr>
          <a:xfrm rot="1723714">
            <a:off x="-8869462" y="-1062954"/>
            <a:ext cx="12568130" cy="9076276"/>
          </a:xfrm>
          <a:prstGeom prst="rect">
            <a:avLst/>
          </a:prstGeom>
          <a:noFill/>
          <a:ln>
            <a:noFill/>
          </a:ln>
        </p:spPr>
      </p:pic>
      <p:pic>
        <p:nvPicPr>
          <p:cNvPr id="169" name="Google Shape;169;p18"/>
          <p:cNvPicPr preferRelativeResize="0"/>
          <p:nvPr/>
        </p:nvPicPr>
        <p:blipFill>
          <a:blip r:embed="rId4">
            <a:alphaModFix/>
          </a:blip>
          <a:stretch>
            <a:fillRect/>
          </a:stretch>
        </p:blipFill>
        <p:spPr>
          <a:xfrm rot="5">
            <a:off x="1061700" y="230126"/>
            <a:ext cx="1126551" cy="443050"/>
          </a:xfrm>
          <a:prstGeom prst="rect">
            <a:avLst/>
          </a:prstGeom>
          <a:noFill/>
          <a:ln>
            <a:noFill/>
          </a:ln>
        </p:spPr>
      </p:pic>
      <p:pic>
        <p:nvPicPr>
          <p:cNvPr id="170" name="Google Shape;170;p18"/>
          <p:cNvPicPr preferRelativeResize="0"/>
          <p:nvPr/>
        </p:nvPicPr>
        <p:blipFill>
          <a:blip r:embed="rId5">
            <a:alphaModFix/>
          </a:blip>
          <a:stretch>
            <a:fillRect/>
          </a:stretch>
        </p:blipFill>
        <p:spPr>
          <a:xfrm>
            <a:off x="4218400" y="4439713"/>
            <a:ext cx="835924" cy="328750"/>
          </a:xfrm>
          <a:prstGeom prst="rect">
            <a:avLst/>
          </a:prstGeom>
          <a:noFill/>
          <a:ln>
            <a:noFill/>
          </a:ln>
        </p:spPr>
      </p:pic>
      <p:sp>
        <p:nvSpPr>
          <p:cNvPr id="171" name="Google Shape;171;p18"/>
          <p:cNvSpPr txBox="1">
            <a:spLocks noGrp="1"/>
          </p:cNvSpPr>
          <p:nvPr>
            <p:ph type="title" hasCustomPrompt="1"/>
          </p:nvPr>
        </p:nvSpPr>
        <p:spPr>
          <a:xfrm>
            <a:off x="1089825" y="918613"/>
            <a:ext cx="3897600" cy="818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2" name="Google Shape;172;p18"/>
          <p:cNvSpPr txBox="1">
            <a:spLocks noGrp="1"/>
          </p:cNvSpPr>
          <p:nvPr>
            <p:ph type="subTitle" idx="1"/>
          </p:nvPr>
        </p:nvSpPr>
        <p:spPr>
          <a:xfrm>
            <a:off x="1089825" y="1736688"/>
            <a:ext cx="3897600" cy="40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PT Sans"/>
              <a:buNone/>
              <a:defRPr sz="1400">
                <a:solidFill>
                  <a:schemeClr val="dk1"/>
                </a:solidFill>
              </a:defRPr>
            </a:lvl1pPr>
            <a:lvl2pPr lvl="1" algn="ctr" rtl="0">
              <a:lnSpc>
                <a:spcPct val="100000"/>
              </a:lnSpc>
              <a:spcBef>
                <a:spcPts val="0"/>
              </a:spcBef>
              <a:spcAft>
                <a:spcPts val="0"/>
              </a:spcAft>
              <a:buClr>
                <a:schemeClr val="dk1"/>
              </a:buClr>
              <a:buSzPts val="1400"/>
              <a:buNone/>
              <a:defRPr sz="1400">
                <a:solidFill>
                  <a:schemeClr val="dk1"/>
                </a:solidFill>
              </a:defRPr>
            </a:lvl2pPr>
            <a:lvl3pPr lvl="2" algn="ctr" rtl="0">
              <a:lnSpc>
                <a:spcPct val="100000"/>
              </a:lnSpc>
              <a:spcBef>
                <a:spcPts val="0"/>
              </a:spcBef>
              <a:spcAft>
                <a:spcPts val="0"/>
              </a:spcAft>
              <a:buClr>
                <a:schemeClr val="dk1"/>
              </a:buClr>
              <a:buSzPts val="1400"/>
              <a:buNone/>
              <a:defRPr sz="1400">
                <a:solidFill>
                  <a:schemeClr val="dk1"/>
                </a:solidFill>
              </a:defRPr>
            </a:lvl3pPr>
            <a:lvl4pPr lvl="3"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9pPr>
          </a:lstStyle>
          <a:p>
            <a:endParaRPr/>
          </a:p>
        </p:txBody>
      </p:sp>
      <p:sp>
        <p:nvSpPr>
          <p:cNvPr id="173" name="Google Shape;173;p18"/>
          <p:cNvSpPr txBox="1">
            <a:spLocks noGrp="1"/>
          </p:cNvSpPr>
          <p:nvPr>
            <p:ph type="title" idx="2" hasCustomPrompt="1"/>
          </p:nvPr>
        </p:nvSpPr>
        <p:spPr>
          <a:xfrm>
            <a:off x="1089825" y="2233916"/>
            <a:ext cx="3897600" cy="818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4" name="Google Shape;174;p18"/>
          <p:cNvSpPr txBox="1">
            <a:spLocks noGrp="1"/>
          </p:cNvSpPr>
          <p:nvPr>
            <p:ph type="subTitle" idx="3"/>
          </p:nvPr>
        </p:nvSpPr>
        <p:spPr>
          <a:xfrm>
            <a:off x="1089825" y="3051088"/>
            <a:ext cx="3897600" cy="40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PT Sans"/>
              <a:buNone/>
              <a:defRPr sz="1400">
                <a:solidFill>
                  <a:schemeClr val="dk1"/>
                </a:solidFill>
              </a:defRPr>
            </a:lvl1pPr>
            <a:lvl2pPr lvl="1" algn="ctr" rtl="0">
              <a:lnSpc>
                <a:spcPct val="100000"/>
              </a:lnSpc>
              <a:spcBef>
                <a:spcPts val="0"/>
              </a:spcBef>
              <a:spcAft>
                <a:spcPts val="0"/>
              </a:spcAft>
              <a:buClr>
                <a:schemeClr val="dk1"/>
              </a:buClr>
              <a:buSzPts val="1400"/>
              <a:buNone/>
              <a:defRPr sz="1400">
                <a:solidFill>
                  <a:schemeClr val="dk1"/>
                </a:solidFill>
              </a:defRPr>
            </a:lvl2pPr>
            <a:lvl3pPr lvl="2" algn="ctr" rtl="0">
              <a:lnSpc>
                <a:spcPct val="100000"/>
              </a:lnSpc>
              <a:spcBef>
                <a:spcPts val="0"/>
              </a:spcBef>
              <a:spcAft>
                <a:spcPts val="0"/>
              </a:spcAft>
              <a:buClr>
                <a:schemeClr val="dk1"/>
              </a:buClr>
              <a:buSzPts val="1400"/>
              <a:buNone/>
              <a:defRPr sz="1400">
                <a:solidFill>
                  <a:schemeClr val="dk1"/>
                </a:solidFill>
              </a:defRPr>
            </a:lvl3pPr>
            <a:lvl4pPr lvl="3"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sz="1400">
                <a:solidFill>
                  <a:schemeClr val="dk1"/>
                </a:solidFill>
                <a:latin typeface="PT Sans"/>
                <a:ea typeface="PT Sans"/>
                <a:cs typeface="PT Sans"/>
                <a:sym typeface="PT Sans"/>
              </a:defRPr>
            </a:lvl9pPr>
          </a:lstStyle>
          <a:p>
            <a:endParaRPr/>
          </a:p>
        </p:txBody>
      </p:sp>
      <p:sp>
        <p:nvSpPr>
          <p:cNvPr id="175" name="Google Shape;175;p18"/>
          <p:cNvSpPr>
            <a:spLocks noGrp="1"/>
          </p:cNvSpPr>
          <p:nvPr>
            <p:ph type="pic" idx="4"/>
          </p:nvPr>
        </p:nvSpPr>
        <p:spPr>
          <a:xfrm>
            <a:off x="5545263" y="1054475"/>
            <a:ext cx="2508900" cy="3034500"/>
          </a:xfrm>
          <a:prstGeom prst="rect">
            <a:avLst/>
          </a:prstGeom>
          <a:noFill/>
          <a:ln w="76200" cap="flat" cmpd="sng">
            <a:solidFill>
              <a:schemeClr val="lt1"/>
            </a:solidFill>
            <a:prstDash val="solid"/>
            <a:miter lim="8000"/>
            <a:headEnd type="none" w="sm" len="sm"/>
            <a:tailEnd type="none" w="sm" len="sm"/>
          </a:ln>
        </p:spPr>
      </p:sp>
      <p:pic>
        <p:nvPicPr>
          <p:cNvPr id="176" name="Google Shape;176;p18"/>
          <p:cNvPicPr preferRelativeResize="0"/>
          <p:nvPr/>
        </p:nvPicPr>
        <p:blipFill>
          <a:blip r:embed="rId6">
            <a:alphaModFix/>
          </a:blip>
          <a:stretch>
            <a:fillRect/>
          </a:stretch>
        </p:blipFill>
        <p:spPr>
          <a:xfrm rot="5400000">
            <a:off x="8185064" y="1999586"/>
            <a:ext cx="1052075" cy="4772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CUSTOM_12">
    <p:spTree>
      <p:nvGrpSpPr>
        <p:cNvPr id="1" name="Shape 177"/>
        <p:cNvGrpSpPr/>
        <p:nvPr/>
      </p:nvGrpSpPr>
      <p:grpSpPr>
        <a:xfrm>
          <a:off x="0" y="0"/>
          <a:ext cx="0" cy="0"/>
          <a:chOff x="0" y="0"/>
          <a:chExt cx="0" cy="0"/>
        </a:xfrm>
      </p:grpSpPr>
      <p:pic>
        <p:nvPicPr>
          <p:cNvPr id="178" name="Google Shape;178;p19"/>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79" name="Google Shape;179;p19"/>
          <p:cNvPicPr preferRelativeResize="0"/>
          <p:nvPr/>
        </p:nvPicPr>
        <p:blipFill>
          <a:blip r:embed="rId3">
            <a:alphaModFix amt="50000"/>
          </a:blip>
          <a:stretch>
            <a:fillRect/>
          </a:stretch>
        </p:blipFill>
        <p:spPr>
          <a:xfrm rot="-4431803">
            <a:off x="-374911" y="3003472"/>
            <a:ext cx="12568128" cy="9076276"/>
          </a:xfrm>
          <a:prstGeom prst="rect">
            <a:avLst/>
          </a:prstGeom>
          <a:noFill/>
          <a:ln>
            <a:noFill/>
          </a:ln>
        </p:spPr>
      </p:pic>
      <p:pic>
        <p:nvPicPr>
          <p:cNvPr id="180" name="Google Shape;180;p19"/>
          <p:cNvPicPr preferRelativeResize="0"/>
          <p:nvPr/>
        </p:nvPicPr>
        <p:blipFill>
          <a:blip r:embed="rId4">
            <a:alphaModFix/>
          </a:blip>
          <a:stretch>
            <a:fillRect/>
          </a:stretch>
        </p:blipFill>
        <p:spPr>
          <a:xfrm rot="5400000">
            <a:off x="8197300" y="744651"/>
            <a:ext cx="1126551" cy="443050"/>
          </a:xfrm>
          <a:prstGeom prst="rect">
            <a:avLst/>
          </a:prstGeom>
          <a:noFill/>
          <a:ln>
            <a:noFill/>
          </a:ln>
        </p:spPr>
      </p:pic>
      <p:pic>
        <p:nvPicPr>
          <p:cNvPr id="181" name="Google Shape;181;p19"/>
          <p:cNvPicPr preferRelativeResize="0"/>
          <p:nvPr/>
        </p:nvPicPr>
        <p:blipFill>
          <a:blip r:embed="rId5">
            <a:alphaModFix/>
          </a:blip>
          <a:stretch>
            <a:fillRect/>
          </a:stretch>
        </p:blipFill>
        <p:spPr>
          <a:xfrm rot="5400000">
            <a:off x="46525" y="4228301"/>
            <a:ext cx="835924" cy="422425"/>
          </a:xfrm>
          <a:prstGeom prst="rect">
            <a:avLst/>
          </a:prstGeom>
          <a:noFill/>
          <a:ln>
            <a:noFill/>
          </a:ln>
        </p:spPr>
      </p:pic>
      <p:sp>
        <p:nvSpPr>
          <p:cNvPr id="182" name="Google Shape;182;p19"/>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CUSTOM_12_1">
    <p:spTree>
      <p:nvGrpSpPr>
        <p:cNvPr id="1" name="Shape 183"/>
        <p:cNvGrpSpPr/>
        <p:nvPr/>
      </p:nvGrpSpPr>
      <p:grpSpPr>
        <a:xfrm>
          <a:off x="0" y="0"/>
          <a:ext cx="0" cy="0"/>
          <a:chOff x="0" y="0"/>
          <a:chExt cx="0" cy="0"/>
        </a:xfrm>
      </p:grpSpPr>
      <p:pic>
        <p:nvPicPr>
          <p:cNvPr id="184" name="Google Shape;184;p20"/>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85" name="Google Shape;185;p20"/>
          <p:cNvPicPr preferRelativeResize="0"/>
          <p:nvPr/>
        </p:nvPicPr>
        <p:blipFill>
          <a:blip r:embed="rId3">
            <a:alphaModFix amt="50000"/>
          </a:blip>
          <a:stretch>
            <a:fillRect/>
          </a:stretch>
        </p:blipFill>
        <p:spPr>
          <a:xfrm rot="-6513191">
            <a:off x="5957588" y="907972"/>
            <a:ext cx="12568128" cy="9076276"/>
          </a:xfrm>
          <a:prstGeom prst="rect">
            <a:avLst/>
          </a:prstGeom>
          <a:noFill/>
          <a:ln>
            <a:noFill/>
          </a:ln>
        </p:spPr>
      </p:pic>
      <p:pic>
        <p:nvPicPr>
          <p:cNvPr id="186" name="Google Shape;186;p20"/>
          <p:cNvPicPr preferRelativeResize="0"/>
          <p:nvPr/>
        </p:nvPicPr>
        <p:blipFill>
          <a:blip r:embed="rId3">
            <a:alphaModFix amt="50000"/>
          </a:blip>
          <a:stretch>
            <a:fillRect/>
          </a:stretch>
        </p:blipFill>
        <p:spPr>
          <a:xfrm rot="1723714">
            <a:off x="-10247487" y="-1594854"/>
            <a:ext cx="12568130" cy="9076276"/>
          </a:xfrm>
          <a:prstGeom prst="rect">
            <a:avLst/>
          </a:prstGeom>
          <a:noFill/>
          <a:ln>
            <a:noFill/>
          </a:ln>
        </p:spPr>
      </p:pic>
      <p:pic>
        <p:nvPicPr>
          <p:cNvPr id="187" name="Google Shape;187;p20"/>
          <p:cNvPicPr preferRelativeResize="0"/>
          <p:nvPr/>
        </p:nvPicPr>
        <p:blipFill>
          <a:blip r:embed="rId4">
            <a:alphaModFix/>
          </a:blip>
          <a:stretch>
            <a:fillRect/>
          </a:stretch>
        </p:blipFill>
        <p:spPr>
          <a:xfrm rot="5">
            <a:off x="5957550" y="230126"/>
            <a:ext cx="1126551" cy="443050"/>
          </a:xfrm>
          <a:prstGeom prst="rect">
            <a:avLst/>
          </a:prstGeom>
          <a:noFill/>
          <a:ln>
            <a:noFill/>
          </a:ln>
        </p:spPr>
      </p:pic>
      <p:pic>
        <p:nvPicPr>
          <p:cNvPr id="188" name="Google Shape;188;p20"/>
          <p:cNvPicPr preferRelativeResize="0"/>
          <p:nvPr/>
        </p:nvPicPr>
        <p:blipFill>
          <a:blip r:embed="rId5">
            <a:alphaModFix/>
          </a:blip>
          <a:stretch>
            <a:fillRect/>
          </a:stretch>
        </p:blipFill>
        <p:spPr>
          <a:xfrm>
            <a:off x="1647975" y="4628913"/>
            <a:ext cx="835924" cy="328750"/>
          </a:xfrm>
          <a:prstGeom prst="rect">
            <a:avLst/>
          </a:prstGeom>
          <a:noFill/>
          <a:ln>
            <a:noFill/>
          </a:ln>
        </p:spPr>
      </p:pic>
      <p:sp>
        <p:nvSpPr>
          <p:cNvPr id="189" name="Google Shape;189;p20"/>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190" name="Google Shape;190;p20"/>
          <p:cNvGrpSpPr/>
          <p:nvPr/>
        </p:nvGrpSpPr>
        <p:grpSpPr>
          <a:xfrm flipH="1">
            <a:off x="8057161" y="2418081"/>
            <a:ext cx="1154266" cy="2025713"/>
            <a:chOff x="457761" y="1856406"/>
            <a:chExt cx="1154266" cy="2025713"/>
          </a:xfrm>
        </p:grpSpPr>
        <p:pic>
          <p:nvPicPr>
            <p:cNvPr id="191" name="Google Shape;191;p20"/>
            <p:cNvPicPr preferRelativeResize="0"/>
            <p:nvPr/>
          </p:nvPicPr>
          <p:blipFill rotWithShape="1">
            <a:blip r:embed="rId6">
              <a:alphaModFix/>
            </a:blip>
            <a:srcRect l="2244" r="2244"/>
            <a:stretch/>
          </p:blipFill>
          <p:spPr>
            <a:xfrm rot="-5921525">
              <a:off x="165906" y="2332581"/>
              <a:ext cx="1737976" cy="901975"/>
            </a:xfrm>
            <a:prstGeom prst="rect">
              <a:avLst/>
            </a:prstGeom>
            <a:noFill/>
            <a:ln>
              <a:noFill/>
            </a:ln>
          </p:spPr>
        </p:pic>
        <p:pic>
          <p:nvPicPr>
            <p:cNvPr id="192" name="Google Shape;192;p20"/>
            <p:cNvPicPr preferRelativeResize="0"/>
            <p:nvPr/>
          </p:nvPicPr>
          <p:blipFill>
            <a:blip r:embed="rId7">
              <a:alphaModFix/>
            </a:blip>
            <a:stretch>
              <a:fillRect/>
            </a:stretch>
          </p:blipFill>
          <p:spPr>
            <a:xfrm>
              <a:off x="562858" y="3539319"/>
              <a:ext cx="667300" cy="342800"/>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193"/>
        <p:cNvGrpSpPr/>
        <p:nvPr/>
      </p:nvGrpSpPr>
      <p:grpSpPr>
        <a:xfrm>
          <a:off x="0" y="0"/>
          <a:ext cx="0" cy="0"/>
          <a:chOff x="0" y="0"/>
          <a:chExt cx="0" cy="0"/>
        </a:xfrm>
      </p:grpSpPr>
      <p:pic>
        <p:nvPicPr>
          <p:cNvPr id="194" name="Google Shape;194;p21"/>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195" name="Google Shape;195;p21"/>
          <p:cNvPicPr preferRelativeResize="0"/>
          <p:nvPr/>
        </p:nvPicPr>
        <p:blipFill>
          <a:blip r:embed="rId3">
            <a:alphaModFix amt="50000"/>
          </a:blip>
          <a:stretch>
            <a:fillRect/>
          </a:stretch>
        </p:blipFill>
        <p:spPr>
          <a:xfrm rot="-3223329">
            <a:off x="-1712062" y="3752421"/>
            <a:ext cx="12568128" cy="9076276"/>
          </a:xfrm>
          <a:prstGeom prst="rect">
            <a:avLst/>
          </a:prstGeom>
          <a:noFill/>
          <a:ln>
            <a:noFill/>
          </a:ln>
        </p:spPr>
      </p:pic>
      <p:pic>
        <p:nvPicPr>
          <p:cNvPr id="196" name="Google Shape;196;p21"/>
          <p:cNvPicPr preferRelativeResize="0"/>
          <p:nvPr/>
        </p:nvPicPr>
        <p:blipFill>
          <a:blip r:embed="rId3">
            <a:alphaModFix amt="50000"/>
          </a:blip>
          <a:stretch>
            <a:fillRect/>
          </a:stretch>
        </p:blipFill>
        <p:spPr>
          <a:xfrm rot="1916915" flipH="1">
            <a:off x="4475760" y="480881"/>
            <a:ext cx="12568130" cy="9076301"/>
          </a:xfrm>
          <a:prstGeom prst="rect">
            <a:avLst/>
          </a:prstGeom>
          <a:noFill/>
          <a:ln>
            <a:noFill/>
          </a:ln>
        </p:spPr>
      </p:pic>
      <p:pic>
        <p:nvPicPr>
          <p:cNvPr id="197" name="Google Shape;197;p21"/>
          <p:cNvPicPr preferRelativeResize="0"/>
          <p:nvPr/>
        </p:nvPicPr>
        <p:blipFill>
          <a:blip r:embed="rId4">
            <a:alphaModFix/>
          </a:blip>
          <a:stretch>
            <a:fillRect/>
          </a:stretch>
        </p:blipFill>
        <p:spPr>
          <a:xfrm>
            <a:off x="2393294" y="4535213"/>
            <a:ext cx="900260" cy="354050"/>
          </a:xfrm>
          <a:prstGeom prst="rect">
            <a:avLst/>
          </a:prstGeom>
          <a:noFill/>
          <a:ln>
            <a:noFill/>
          </a:ln>
        </p:spPr>
      </p:pic>
      <p:pic>
        <p:nvPicPr>
          <p:cNvPr id="198" name="Google Shape;198;p21"/>
          <p:cNvPicPr preferRelativeResize="0"/>
          <p:nvPr/>
        </p:nvPicPr>
        <p:blipFill>
          <a:blip r:embed="rId5">
            <a:alphaModFix/>
          </a:blip>
          <a:stretch>
            <a:fillRect/>
          </a:stretch>
        </p:blipFill>
        <p:spPr>
          <a:xfrm>
            <a:off x="189875" y="1355125"/>
            <a:ext cx="691450" cy="2298099"/>
          </a:xfrm>
          <a:prstGeom prst="rect">
            <a:avLst/>
          </a:prstGeom>
          <a:noFill/>
          <a:ln>
            <a:noFill/>
          </a:ln>
        </p:spPr>
      </p:pic>
      <p:pic>
        <p:nvPicPr>
          <p:cNvPr id="199" name="Google Shape;199;p21"/>
          <p:cNvPicPr preferRelativeResize="0"/>
          <p:nvPr/>
        </p:nvPicPr>
        <p:blipFill>
          <a:blip r:embed="rId6">
            <a:alphaModFix/>
          </a:blip>
          <a:stretch>
            <a:fillRect/>
          </a:stretch>
        </p:blipFill>
        <p:spPr>
          <a:xfrm>
            <a:off x="7563225" y="4359965"/>
            <a:ext cx="1241625" cy="488275"/>
          </a:xfrm>
          <a:prstGeom prst="rect">
            <a:avLst/>
          </a:prstGeom>
          <a:noFill/>
          <a:ln>
            <a:noFill/>
          </a:ln>
        </p:spPr>
      </p:pic>
      <p:sp>
        <p:nvSpPr>
          <p:cNvPr id="200" name="Google Shape;200;p21"/>
          <p:cNvSpPr txBox="1">
            <a:spLocks noGrp="1"/>
          </p:cNvSpPr>
          <p:nvPr>
            <p:ph type="title"/>
          </p:nvPr>
        </p:nvSpPr>
        <p:spPr>
          <a:xfrm>
            <a:off x="962213" y="674813"/>
            <a:ext cx="3000000" cy="8730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5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1" name="Google Shape;201;p21"/>
          <p:cNvSpPr txBox="1">
            <a:spLocks noGrp="1"/>
          </p:cNvSpPr>
          <p:nvPr>
            <p:ph type="subTitle" idx="1"/>
          </p:nvPr>
        </p:nvSpPr>
        <p:spPr>
          <a:xfrm>
            <a:off x="962225" y="1547823"/>
            <a:ext cx="3000000" cy="113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202" name="Google Shape;202;p21"/>
          <p:cNvSpPr>
            <a:spLocks noGrp="1"/>
          </p:cNvSpPr>
          <p:nvPr>
            <p:ph type="pic" idx="2"/>
          </p:nvPr>
        </p:nvSpPr>
        <p:spPr>
          <a:xfrm>
            <a:off x="5181800" y="945800"/>
            <a:ext cx="3000000" cy="3252000"/>
          </a:xfrm>
          <a:prstGeom prst="rect">
            <a:avLst/>
          </a:prstGeom>
          <a:noFill/>
          <a:ln w="76200" cap="flat" cmpd="sng">
            <a:solidFill>
              <a:schemeClr val="lt1"/>
            </a:solidFill>
            <a:prstDash val="solid"/>
            <a:miter lim="8000"/>
            <a:headEnd type="none" w="sm" len="sm"/>
            <a:tailEnd type="none" w="sm" len="sm"/>
          </a:ln>
        </p:spPr>
      </p:sp>
      <p:sp>
        <p:nvSpPr>
          <p:cNvPr id="203" name="Google Shape;203;p21"/>
          <p:cNvSpPr txBox="1"/>
          <p:nvPr/>
        </p:nvSpPr>
        <p:spPr>
          <a:xfrm>
            <a:off x="962213" y="3398301"/>
            <a:ext cx="3000000" cy="615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000">
                <a:solidFill>
                  <a:schemeClr val="dk1"/>
                </a:solidFill>
                <a:latin typeface="Lato"/>
                <a:ea typeface="Lato"/>
                <a:cs typeface="Lato"/>
                <a:sym typeface="Lato"/>
              </a:rPr>
              <a:t>CREDITS: This presentation template was created by </a:t>
            </a:r>
            <a:r>
              <a:rPr lang="en" sz="1000" b="1" u="sng">
                <a:solidFill>
                  <a:schemeClr val="dk1"/>
                </a:solidFill>
                <a:highlight>
                  <a:schemeClr val="lt2"/>
                </a:highlight>
                <a:latin typeface="Lato"/>
                <a:ea typeface="Lato"/>
                <a:cs typeface="Lato"/>
                <a:sym typeface="Lato"/>
                <a:hlinkClick r:id="rId7">
                  <a:extLst>
                    <a:ext uri="{A12FA001-AC4F-418D-AE19-62706E023703}">
                      <ahyp:hlinkClr xmlns:ahyp="http://schemas.microsoft.com/office/drawing/2018/hyperlinkcolor" val="tx"/>
                    </a:ext>
                  </a:extLst>
                </a:hlinkClick>
              </a:rPr>
              <a:t>Slidesgo</a:t>
            </a:r>
            <a:r>
              <a:rPr lang="en" sz="1000">
                <a:solidFill>
                  <a:schemeClr val="dk1"/>
                </a:solidFill>
                <a:latin typeface="Lato"/>
                <a:ea typeface="Lato"/>
                <a:cs typeface="Lato"/>
                <a:sym typeface="Lato"/>
              </a:rPr>
              <a:t>, including icons by </a:t>
            </a:r>
            <a:r>
              <a:rPr lang="en" sz="1000" b="1" u="sng">
                <a:solidFill>
                  <a:schemeClr val="dk1"/>
                </a:solidFill>
                <a:highlight>
                  <a:schemeClr val="lt2"/>
                </a:highlight>
                <a:latin typeface="Lato"/>
                <a:ea typeface="Lato"/>
                <a:cs typeface="Lato"/>
                <a:sym typeface="Lato"/>
                <a:hlinkClick r:id="rId8">
                  <a:extLst>
                    <a:ext uri="{A12FA001-AC4F-418D-AE19-62706E023703}">
                      <ahyp:hlinkClr xmlns:ahyp="http://schemas.microsoft.com/office/drawing/2018/hyperlinkcolor" val="tx"/>
                    </a:ext>
                  </a:extLst>
                </a:hlinkClick>
              </a:rPr>
              <a:t>Flaticon</a:t>
            </a:r>
            <a:r>
              <a:rPr lang="en" sz="1000" b="1">
                <a:solidFill>
                  <a:schemeClr val="dk1"/>
                </a:solidFill>
                <a:latin typeface="Lato"/>
                <a:ea typeface="Lato"/>
                <a:cs typeface="Lato"/>
                <a:sym typeface="Lato"/>
              </a:rPr>
              <a:t> </a:t>
            </a:r>
            <a:r>
              <a:rPr lang="en" sz="1000">
                <a:solidFill>
                  <a:schemeClr val="dk1"/>
                </a:solidFill>
                <a:latin typeface="Lato"/>
                <a:ea typeface="Lato"/>
                <a:cs typeface="Lato"/>
                <a:sym typeface="Lato"/>
              </a:rPr>
              <a:t>and infographics &amp; images by </a:t>
            </a:r>
            <a:r>
              <a:rPr lang="en" sz="1000" b="1" u="sng">
                <a:solidFill>
                  <a:schemeClr val="dk1"/>
                </a:solidFill>
                <a:highlight>
                  <a:schemeClr val="lt2"/>
                </a:highlight>
                <a:latin typeface="Lato"/>
                <a:ea typeface="Lato"/>
                <a:cs typeface="Lato"/>
                <a:sym typeface="Lato"/>
                <a:hlinkClick r:id="rId9">
                  <a:extLst>
                    <a:ext uri="{A12FA001-AC4F-418D-AE19-62706E023703}">
                      <ahyp:hlinkClr xmlns:ahyp="http://schemas.microsoft.com/office/drawing/2018/hyperlinkcolor" val="tx"/>
                    </a:ext>
                  </a:extLst>
                </a:hlinkClick>
              </a:rPr>
              <a:t>Freepik</a:t>
            </a:r>
            <a:endParaRPr sz="1000" b="1" u="sng">
              <a:solidFill>
                <a:schemeClr val="dk1"/>
              </a:solidFill>
              <a:highlight>
                <a:schemeClr val="lt2"/>
              </a:highlight>
              <a:latin typeface="Lato"/>
              <a:ea typeface="Lato"/>
              <a:cs typeface="Lato"/>
              <a:sym typeface="La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04"/>
        <p:cNvGrpSpPr/>
        <p:nvPr/>
      </p:nvGrpSpPr>
      <p:grpSpPr>
        <a:xfrm>
          <a:off x="0" y="0"/>
          <a:ext cx="0" cy="0"/>
          <a:chOff x="0" y="0"/>
          <a:chExt cx="0" cy="0"/>
        </a:xfrm>
      </p:grpSpPr>
      <p:pic>
        <p:nvPicPr>
          <p:cNvPr id="205" name="Google Shape;205;p22"/>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206" name="Google Shape;206;p22"/>
          <p:cNvPicPr preferRelativeResize="0"/>
          <p:nvPr/>
        </p:nvPicPr>
        <p:blipFill>
          <a:blip r:embed="rId3">
            <a:alphaModFix amt="50000"/>
          </a:blip>
          <a:stretch>
            <a:fillRect/>
          </a:stretch>
        </p:blipFill>
        <p:spPr>
          <a:xfrm rot="-3223329">
            <a:off x="-6504037" y="2614496"/>
            <a:ext cx="12568128" cy="9076276"/>
          </a:xfrm>
          <a:prstGeom prst="rect">
            <a:avLst/>
          </a:prstGeom>
          <a:noFill/>
          <a:ln>
            <a:noFill/>
          </a:ln>
        </p:spPr>
      </p:pic>
      <p:pic>
        <p:nvPicPr>
          <p:cNvPr id="207" name="Google Shape;207;p22"/>
          <p:cNvPicPr preferRelativeResize="0"/>
          <p:nvPr/>
        </p:nvPicPr>
        <p:blipFill>
          <a:blip r:embed="rId3">
            <a:alphaModFix amt="50000"/>
          </a:blip>
          <a:stretch>
            <a:fillRect/>
          </a:stretch>
        </p:blipFill>
        <p:spPr>
          <a:xfrm rot="3427688" flipH="1">
            <a:off x="2754261" y="2843083"/>
            <a:ext cx="12568129" cy="9076300"/>
          </a:xfrm>
          <a:prstGeom prst="rect">
            <a:avLst/>
          </a:prstGeom>
          <a:noFill/>
          <a:ln>
            <a:noFill/>
          </a:ln>
        </p:spPr>
      </p:pic>
      <p:pic>
        <p:nvPicPr>
          <p:cNvPr id="208" name="Google Shape;208;p22"/>
          <p:cNvPicPr preferRelativeResize="0"/>
          <p:nvPr/>
        </p:nvPicPr>
        <p:blipFill>
          <a:blip r:embed="rId4">
            <a:alphaModFix/>
          </a:blip>
          <a:stretch>
            <a:fillRect/>
          </a:stretch>
        </p:blipFill>
        <p:spPr>
          <a:xfrm>
            <a:off x="7891494" y="159913"/>
            <a:ext cx="900260" cy="354050"/>
          </a:xfrm>
          <a:prstGeom prst="rect">
            <a:avLst/>
          </a:prstGeom>
          <a:noFill/>
          <a:ln>
            <a:noFill/>
          </a:ln>
        </p:spPr>
      </p:pic>
      <p:pic>
        <p:nvPicPr>
          <p:cNvPr id="209" name="Google Shape;209;p22"/>
          <p:cNvPicPr preferRelativeResize="0"/>
          <p:nvPr/>
        </p:nvPicPr>
        <p:blipFill rotWithShape="1">
          <a:blip r:embed="rId5">
            <a:alphaModFix/>
          </a:blip>
          <a:srcRect l="2244" r="2244"/>
          <a:stretch/>
        </p:blipFill>
        <p:spPr>
          <a:xfrm rot="10278478">
            <a:off x="6970450" y="4161812"/>
            <a:ext cx="1376550" cy="714400"/>
          </a:xfrm>
          <a:prstGeom prst="rect">
            <a:avLst/>
          </a:prstGeom>
          <a:noFill/>
          <a:ln>
            <a:noFill/>
          </a:ln>
        </p:spPr>
      </p:pic>
      <p:pic>
        <p:nvPicPr>
          <p:cNvPr id="210" name="Google Shape;210;p22"/>
          <p:cNvPicPr preferRelativeResize="0"/>
          <p:nvPr/>
        </p:nvPicPr>
        <p:blipFill>
          <a:blip r:embed="rId6">
            <a:alphaModFix/>
          </a:blip>
          <a:stretch>
            <a:fillRect/>
          </a:stretch>
        </p:blipFill>
        <p:spPr>
          <a:xfrm>
            <a:off x="0" y="595500"/>
            <a:ext cx="779900" cy="2592125"/>
          </a:xfrm>
          <a:prstGeom prst="rect">
            <a:avLst/>
          </a:prstGeom>
          <a:noFill/>
          <a:ln>
            <a:noFill/>
          </a:ln>
        </p:spPr>
      </p:pic>
      <p:pic>
        <p:nvPicPr>
          <p:cNvPr id="211" name="Google Shape;211;p22"/>
          <p:cNvPicPr preferRelativeResize="0"/>
          <p:nvPr/>
        </p:nvPicPr>
        <p:blipFill>
          <a:blip r:embed="rId7">
            <a:alphaModFix/>
          </a:blip>
          <a:stretch>
            <a:fillRect/>
          </a:stretch>
        </p:blipFill>
        <p:spPr>
          <a:xfrm rot="-5400000">
            <a:off x="8128803" y="4492863"/>
            <a:ext cx="528529" cy="271512"/>
          </a:xfrm>
          <a:prstGeom prst="rect">
            <a:avLst/>
          </a:prstGeom>
          <a:noFill/>
          <a:ln>
            <a:noFill/>
          </a:ln>
        </p:spPr>
      </p:pic>
      <p:pic>
        <p:nvPicPr>
          <p:cNvPr id="212" name="Google Shape;212;p22"/>
          <p:cNvPicPr preferRelativeResize="0"/>
          <p:nvPr/>
        </p:nvPicPr>
        <p:blipFill>
          <a:blip r:embed="rId8">
            <a:alphaModFix/>
          </a:blip>
          <a:stretch>
            <a:fillRect/>
          </a:stretch>
        </p:blipFill>
        <p:spPr>
          <a:xfrm>
            <a:off x="2029564" y="4486664"/>
            <a:ext cx="1032874" cy="4062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13"/>
        <p:cNvGrpSpPr/>
        <p:nvPr/>
      </p:nvGrpSpPr>
      <p:grpSpPr>
        <a:xfrm>
          <a:off x="0" y="0"/>
          <a:ext cx="0" cy="0"/>
          <a:chOff x="0" y="0"/>
          <a:chExt cx="0" cy="0"/>
        </a:xfrm>
      </p:grpSpPr>
      <p:pic>
        <p:nvPicPr>
          <p:cNvPr id="214" name="Google Shape;214;p23"/>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215" name="Google Shape;215;p23"/>
          <p:cNvPicPr preferRelativeResize="0"/>
          <p:nvPr/>
        </p:nvPicPr>
        <p:blipFill>
          <a:blip r:embed="rId3">
            <a:alphaModFix amt="50000"/>
          </a:blip>
          <a:stretch>
            <a:fillRect/>
          </a:stretch>
        </p:blipFill>
        <p:spPr>
          <a:xfrm rot="-4431803">
            <a:off x="-3689611" y="1022272"/>
            <a:ext cx="12568128" cy="9076276"/>
          </a:xfrm>
          <a:prstGeom prst="rect">
            <a:avLst/>
          </a:prstGeom>
          <a:noFill/>
          <a:ln>
            <a:noFill/>
          </a:ln>
        </p:spPr>
      </p:pic>
      <p:pic>
        <p:nvPicPr>
          <p:cNvPr id="216" name="Google Shape;216;p23"/>
          <p:cNvPicPr preferRelativeResize="0"/>
          <p:nvPr/>
        </p:nvPicPr>
        <p:blipFill>
          <a:blip r:embed="rId3">
            <a:alphaModFix amt="50000"/>
          </a:blip>
          <a:stretch>
            <a:fillRect/>
          </a:stretch>
        </p:blipFill>
        <p:spPr>
          <a:xfrm rot="-4431803">
            <a:off x="2025389" y="1022272"/>
            <a:ext cx="12568128" cy="907627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CUSTOM_9_2">
    <p:spTree>
      <p:nvGrpSpPr>
        <p:cNvPr id="1" name="Shape 217"/>
        <p:cNvGrpSpPr/>
        <p:nvPr/>
      </p:nvGrpSpPr>
      <p:grpSpPr>
        <a:xfrm>
          <a:off x="0" y="0"/>
          <a:ext cx="0" cy="0"/>
          <a:chOff x="0" y="0"/>
          <a:chExt cx="0" cy="0"/>
        </a:xfrm>
      </p:grpSpPr>
      <p:pic>
        <p:nvPicPr>
          <p:cNvPr id="218" name="Google Shape;218;p24"/>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219" name="Google Shape;219;p24"/>
          <p:cNvPicPr preferRelativeResize="0"/>
          <p:nvPr/>
        </p:nvPicPr>
        <p:blipFill>
          <a:blip r:embed="rId3">
            <a:alphaModFix amt="50000"/>
          </a:blip>
          <a:stretch>
            <a:fillRect/>
          </a:stretch>
        </p:blipFill>
        <p:spPr>
          <a:xfrm rot="-4431803">
            <a:off x="-374911" y="3003472"/>
            <a:ext cx="12568128" cy="9076276"/>
          </a:xfrm>
          <a:prstGeom prst="rect">
            <a:avLst/>
          </a:prstGeom>
          <a:noFill/>
          <a:ln>
            <a:noFill/>
          </a:ln>
        </p:spPr>
      </p:pic>
      <p:pic>
        <p:nvPicPr>
          <p:cNvPr id="220" name="Google Shape;220;p24"/>
          <p:cNvPicPr preferRelativeResize="0"/>
          <p:nvPr/>
        </p:nvPicPr>
        <p:blipFill>
          <a:blip r:embed="rId4">
            <a:alphaModFix/>
          </a:blip>
          <a:stretch>
            <a:fillRect/>
          </a:stretch>
        </p:blipFill>
        <p:spPr>
          <a:xfrm rot="5400000">
            <a:off x="8197300" y="744651"/>
            <a:ext cx="1126551" cy="443050"/>
          </a:xfrm>
          <a:prstGeom prst="rect">
            <a:avLst/>
          </a:prstGeom>
          <a:noFill/>
          <a:ln>
            <a:noFill/>
          </a:ln>
        </p:spPr>
      </p:pic>
      <p:pic>
        <p:nvPicPr>
          <p:cNvPr id="221" name="Google Shape;221;p24"/>
          <p:cNvPicPr preferRelativeResize="0"/>
          <p:nvPr/>
        </p:nvPicPr>
        <p:blipFill>
          <a:blip r:embed="rId5">
            <a:alphaModFix/>
          </a:blip>
          <a:stretch>
            <a:fillRect/>
          </a:stretch>
        </p:blipFill>
        <p:spPr>
          <a:xfrm rot="5400000">
            <a:off x="46525" y="4228301"/>
            <a:ext cx="835924" cy="4224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Cormorant Garamond"/>
              <a:buNone/>
              <a:defRPr sz="3000" b="1">
                <a:solidFill>
                  <a:schemeClr val="dk1"/>
                </a:solidFill>
                <a:latin typeface="Cormorant Garamond"/>
                <a:ea typeface="Cormorant Garamond"/>
                <a:cs typeface="Cormorant Garamond"/>
                <a:sym typeface="Cormorant Garamond"/>
              </a:defRPr>
            </a:lvl1pPr>
            <a:lvl2pPr lvl="1" rtl="0">
              <a:spcBef>
                <a:spcPts val="0"/>
              </a:spcBef>
              <a:spcAft>
                <a:spcPts val="0"/>
              </a:spcAft>
              <a:buClr>
                <a:schemeClr val="dk1"/>
              </a:buClr>
              <a:buSzPts val="3000"/>
              <a:buFont typeface="Cormorant Garamond"/>
              <a:buNone/>
              <a:defRPr sz="3000" b="1">
                <a:solidFill>
                  <a:schemeClr val="dk1"/>
                </a:solidFill>
                <a:latin typeface="Cormorant Garamond"/>
                <a:ea typeface="Cormorant Garamond"/>
                <a:cs typeface="Cormorant Garamond"/>
                <a:sym typeface="Cormorant Garamond"/>
              </a:defRPr>
            </a:lvl2pPr>
            <a:lvl3pPr lvl="2" rtl="0">
              <a:spcBef>
                <a:spcPts val="0"/>
              </a:spcBef>
              <a:spcAft>
                <a:spcPts val="0"/>
              </a:spcAft>
              <a:buClr>
                <a:schemeClr val="dk1"/>
              </a:buClr>
              <a:buSzPts val="3000"/>
              <a:buFont typeface="Cormorant Garamond"/>
              <a:buNone/>
              <a:defRPr sz="3000" b="1">
                <a:solidFill>
                  <a:schemeClr val="dk1"/>
                </a:solidFill>
                <a:latin typeface="Cormorant Garamond"/>
                <a:ea typeface="Cormorant Garamond"/>
                <a:cs typeface="Cormorant Garamond"/>
                <a:sym typeface="Cormorant Garamond"/>
              </a:defRPr>
            </a:lvl3pPr>
            <a:lvl4pPr lvl="3" rtl="0">
              <a:spcBef>
                <a:spcPts val="0"/>
              </a:spcBef>
              <a:spcAft>
                <a:spcPts val="0"/>
              </a:spcAft>
              <a:buClr>
                <a:schemeClr val="dk1"/>
              </a:buClr>
              <a:buSzPts val="3000"/>
              <a:buFont typeface="Cormorant Garamond"/>
              <a:buNone/>
              <a:defRPr sz="3000" b="1">
                <a:solidFill>
                  <a:schemeClr val="dk1"/>
                </a:solidFill>
                <a:latin typeface="Cormorant Garamond"/>
                <a:ea typeface="Cormorant Garamond"/>
                <a:cs typeface="Cormorant Garamond"/>
                <a:sym typeface="Cormorant Garamond"/>
              </a:defRPr>
            </a:lvl4pPr>
            <a:lvl5pPr lvl="4" rtl="0">
              <a:spcBef>
                <a:spcPts val="0"/>
              </a:spcBef>
              <a:spcAft>
                <a:spcPts val="0"/>
              </a:spcAft>
              <a:buClr>
                <a:schemeClr val="dk1"/>
              </a:buClr>
              <a:buSzPts val="3000"/>
              <a:buFont typeface="Cormorant Garamond"/>
              <a:buNone/>
              <a:defRPr sz="3000" b="1">
                <a:solidFill>
                  <a:schemeClr val="dk1"/>
                </a:solidFill>
                <a:latin typeface="Cormorant Garamond"/>
                <a:ea typeface="Cormorant Garamond"/>
                <a:cs typeface="Cormorant Garamond"/>
                <a:sym typeface="Cormorant Garamond"/>
              </a:defRPr>
            </a:lvl5pPr>
            <a:lvl6pPr lvl="5" rtl="0">
              <a:spcBef>
                <a:spcPts val="0"/>
              </a:spcBef>
              <a:spcAft>
                <a:spcPts val="0"/>
              </a:spcAft>
              <a:buClr>
                <a:schemeClr val="dk1"/>
              </a:buClr>
              <a:buSzPts val="3000"/>
              <a:buFont typeface="Cormorant Garamond"/>
              <a:buNone/>
              <a:defRPr sz="3000" b="1">
                <a:solidFill>
                  <a:schemeClr val="dk1"/>
                </a:solidFill>
                <a:latin typeface="Cormorant Garamond"/>
                <a:ea typeface="Cormorant Garamond"/>
                <a:cs typeface="Cormorant Garamond"/>
                <a:sym typeface="Cormorant Garamond"/>
              </a:defRPr>
            </a:lvl6pPr>
            <a:lvl7pPr lvl="6" rtl="0">
              <a:spcBef>
                <a:spcPts val="0"/>
              </a:spcBef>
              <a:spcAft>
                <a:spcPts val="0"/>
              </a:spcAft>
              <a:buClr>
                <a:schemeClr val="dk1"/>
              </a:buClr>
              <a:buSzPts val="3000"/>
              <a:buFont typeface="Cormorant Garamond"/>
              <a:buNone/>
              <a:defRPr sz="3000" b="1">
                <a:solidFill>
                  <a:schemeClr val="dk1"/>
                </a:solidFill>
                <a:latin typeface="Cormorant Garamond"/>
                <a:ea typeface="Cormorant Garamond"/>
                <a:cs typeface="Cormorant Garamond"/>
                <a:sym typeface="Cormorant Garamond"/>
              </a:defRPr>
            </a:lvl7pPr>
            <a:lvl8pPr lvl="7" rtl="0">
              <a:spcBef>
                <a:spcPts val="0"/>
              </a:spcBef>
              <a:spcAft>
                <a:spcPts val="0"/>
              </a:spcAft>
              <a:buClr>
                <a:schemeClr val="dk1"/>
              </a:buClr>
              <a:buSzPts val="3000"/>
              <a:buFont typeface="Cormorant Garamond"/>
              <a:buNone/>
              <a:defRPr sz="3000" b="1">
                <a:solidFill>
                  <a:schemeClr val="dk1"/>
                </a:solidFill>
                <a:latin typeface="Cormorant Garamond"/>
                <a:ea typeface="Cormorant Garamond"/>
                <a:cs typeface="Cormorant Garamond"/>
                <a:sym typeface="Cormorant Garamond"/>
              </a:defRPr>
            </a:lvl8pPr>
            <a:lvl9pPr lvl="8" rtl="0">
              <a:spcBef>
                <a:spcPts val="0"/>
              </a:spcBef>
              <a:spcAft>
                <a:spcPts val="0"/>
              </a:spcAft>
              <a:buClr>
                <a:schemeClr val="dk1"/>
              </a:buClr>
              <a:buSzPts val="3000"/>
              <a:buFont typeface="Cormorant Garamond"/>
              <a:buNone/>
              <a:defRPr sz="3000" b="1">
                <a:solidFill>
                  <a:schemeClr val="dk1"/>
                </a:solidFill>
                <a:latin typeface="Cormorant Garamond"/>
                <a:ea typeface="Cormorant Garamond"/>
                <a:cs typeface="Cormorant Garamond"/>
                <a:sym typeface="Cormorant Garamond"/>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1pPr>
            <a:lvl2pPr marL="914400" lvl="1" indent="-304800">
              <a:lnSpc>
                <a:spcPct val="115000"/>
              </a:lnSpc>
              <a:spcBef>
                <a:spcPts val="1600"/>
              </a:spcBef>
              <a:spcAft>
                <a:spcPts val="0"/>
              </a:spcAft>
              <a:buClr>
                <a:schemeClr val="dk1"/>
              </a:buClr>
              <a:buSzPts val="1200"/>
              <a:buFont typeface="Lato"/>
              <a:buChar char="○"/>
              <a:defRPr sz="1200">
                <a:solidFill>
                  <a:schemeClr val="dk1"/>
                </a:solidFill>
                <a:latin typeface="Lato"/>
                <a:ea typeface="Lato"/>
                <a:cs typeface="Lato"/>
                <a:sym typeface="Lato"/>
              </a:defRPr>
            </a:lvl2pPr>
            <a:lvl3pPr marL="1371600" lvl="2" indent="-304800">
              <a:lnSpc>
                <a:spcPct val="115000"/>
              </a:lnSpc>
              <a:spcBef>
                <a:spcPts val="1600"/>
              </a:spcBef>
              <a:spcAft>
                <a:spcPts val="0"/>
              </a:spcAft>
              <a:buClr>
                <a:schemeClr val="dk1"/>
              </a:buClr>
              <a:buSzPts val="1200"/>
              <a:buFont typeface="Lato"/>
              <a:buChar char="■"/>
              <a:defRPr sz="1200">
                <a:solidFill>
                  <a:schemeClr val="dk1"/>
                </a:solidFill>
                <a:latin typeface="Lato"/>
                <a:ea typeface="Lato"/>
                <a:cs typeface="Lato"/>
                <a:sym typeface="Lato"/>
              </a:defRPr>
            </a:lvl3pPr>
            <a:lvl4pPr marL="1828800" lvl="3" indent="-304800">
              <a:lnSpc>
                <a:spcPct val="115000"/>
              </a:lnSpc>
              <a:spcBef>
                <a:spcPts val="1600"/>
              </a:spcBef>
              <a:spcAft>
                <a:spcPts val="0"/>
              </a:spcAft>
              <a:buClr>
                <a:schemeClr val="dk1"/>
              </a:buClr>
              <a:buSzPts val="1200"/>
              <a:buFont typeface="Lato"/>
              <a:buChar char="●"/>
              <a:defRPr sz="1200">
                <a:solidFill>
                  <a:schemeClr val="dk1"/>
                </a:solidFill>
                <a:latin typeface="Lato"/>
                <a:ea typeface="Lato"/>
                <a:cs typeface="Lato"/>
                <a:sym typeface="Lato"/>
              </a:defRPr>
            </a:lvl4pPr>
            <a:lvl5pPr marL="2286000" lvl="4" indent="-304800">
              <a:lnSpc>
                <a:spcPct val="115000"/>
              </a:lnSpc>
              <a:spcBef>
                <a:spcPts val="1600"/>
              </a:spcBef>
              <a:spcAft>
                <a:spcPts val="0"/>
              </a:spcAft>
              <a:buClr>
                <a:schemeClr val="dk1"/>
              </a:buClr>
              <a:buSzPts val="1200"/>
              <a:buFont typeface="Lato"/>
              <a:buChar char="○"/>
              <a:defRPr sz="1200">
                <a:solidFill>
                  <a:schemeClr val="dk1"/>
                </a:solidFill>
                <a:latin typeface="Lato"/>
                <a:ea typeface="Lato"/>
                <a:cs typeface="Lato"/>
                <a:sym typeface="Lato"/>
              </a:defRPr>
            </a:lvl5pPr>
            <a:lvl6pPr marL="2743200" lvl="5" indent="-304800">
              <a:lnSpc>
                <a:spcPct val="115000"/>
              </a:lnSpc>
              <a:spcBef>
                <a:spcPts val="1600"/>
              </a:spcBef>
              <a:spcAft>
                <a:spcPts val="0"/>
              </a:spcAft>
              <a:buClr>
                <a:schemeClr val="dk1"/>
              </a:buClr>
              <a:buSzPts val="1200"/>
              <a:buFont typeface="Lato"/>
              <a:buChar char="■"/>
              <a:defRPr sz="1200">
                <a:solidFill>
                  <a:schemeClr val="dk1"/>
                </a:solidFill>
                <a:latin typeface="Lato"/>
                <a:ea typeface="Lato"/>
                <a:cs typeface="Lato"/>
                <a:sym typeface="Lato"/>
              </a:defRPr>
            </a:lvl6pPr>
            <a:lvl7pPr marL="3200400" lvl="6" indent="-304800">
              <a:lnSpc>
                <a:spcPct val="115000"/>
              </a:lnSpc>
              <a:spcBef>
                <a:spcPts val="1600"/>
              </a:spcBef>
              <a:spcAft>
                <a:spcPts val="0"/>
              </a:spcAft>
              <a:buClr>
                <a:schemeClr val="dk1"/>
              </a:buClr>
              <a:buSzPts val="1200"/>
              <a:buFont typeface="Lato"/>
              <a:buChar char="●"/>
              <a:defRPr sz="1200">
                <a:solidFill>
                  <a:schemeClr val="dk1"/>
                </a:solidFill>
                <a:latin typeface="Lato"/>
                <a:ea typeface="Lato"/>
                <a:cs typeface="Lato"/>
                <a:sym typeface="Lato"/>
              </a:defRPr>
            </a:lvl7pPr>
            <a:lvl8pPr marL="3657600" lvl="7" indent="-304800">
              <a:lnSpc>
                <a:spcPct val="115000"/>
              </a:lnSpc>
              <a:spcBef>
                <a:spcPts val="1600"/>
              </a:spcBef>
              <a:spcAft>
                <a:spcPts val="0"/>
              </a:spcAft>
              <a:buClr>
                <a:schemeClr val="dk1"/>
              </a:buClr>
              <a:buSzPts val="1200"/>
              <a:buFont typeface="Lato"/>
              <a:buChar char="○"/>
              <a:defRPr sz="1200">
                <a:solidFill>
                  <a:schemeClr val="dk1"/>
                </a:solidFill>
                <a:latin typeface="Lato"/>
                <a:ea typeface="Lato"/>
                <a:cs typeface="Lato"/>
                <a:sym typeface="Lato"/>
              </a:defRPr>
            </a:lvl8pPr>
            <a:lvl9pPr marL="4114800" lvl="8" indent="-304800">
              <a:lnSpc>
                <a:spcPct val="115000"/>
              </a:lnSpc>
              <a:spcBef>
                <a:spcPts val="1600"/>
              </a:spcBef>
              <a:spcAft>
                <a:spcPts val="1600"/>
              </a:spcAft>
              <a:buClr>
                <a:schemeClr val="dk1"/>
              </a:buClr>
              <a:buSzPts val="1200"/>
              <a:buFont typeface="Lato"/>
              <a:buChar char="■"/>
              <a:defRPr sz="12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28"/>
          <p:cNvPicPr preferRelativeResize="0">
            <a:picLocks noGrp="1"/>
          </p:cNvPicPr>
          <p:nvPr>
            <p:ph type="pic" idx="2"/>
          </p:nvPr>
        </p:nvPicPr>
        <p:blipFill>
          <a:blip r:embed="rId3"/>
          <a:srcRect l="22442" r="22442"/>
          <a:stretch/>
        </p:blipFill>
        <p:spPr>
          <a:xfrm>
            <a:off x="6240150" y="1246800"/>
            <a:ext cx="2190750" cy="2649900"/>
          </a:xfrm>
          <a:prstGeom prst="rect">
            <a:avLst/>
          </a:prstGeom>
        </p:spPr>
      </p:pic>
      <p:sp>
        <p:nvSpPr>
          <p:cNvPr id="233" name="Google Shape;233;p28"/>
          <p:cNvSpPr txBox="1">
            <a:spLocks noGrp="1"/>
          </p:cNvSpPr>
          <p:nvPr>
            <p:ph type="ctrTitle"/>
          </p:nvPr>
        </p:nvSpPr>
        <p:spPr>
          <a:xfrm>
            <a:off x="582471" y="280877"/>
            <a:ext cx="5619729" cy="290543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dirty="0"/>
              <a:t>Plant Disease</a:t>
            </a:r>
            <a:br>
              <a:rPr lang="en" b="1" dirty="0"/>
            </a:br>
            <a:r>
              <a:rPr lang="en" b="1" dirty="0"/>
              <a:t>Identification System Using CNN</a:t>
            </a:r>
            <a:endParaRPr b="1" dirty="0"/>
          </a:p>
        </p:txBody>
      </p:sp>
      <p:pic>
        <p:nvPicPr>
          <p:cNvPr id="235" name="Google Shape;235;p28"/>
          <p:cNvPicPr preferRelativeResize="0"/>
          <p:nvPr/>
        </p:nvPicPr>
        <p:blipFill>
          <a:blip r:embed="rId4">
            <a:alphaModFix/>
          </a:blip>
          <a:stretch>
            <a:fillRect/>
          </a:stretch>
        </p:blipFill>
        <p:spPr>
          <a:xfrm>
            <a:off x="6757575" y="1039900"/>
            <a:ext cx="1131601" cy="281375"/>
          </a:xfrm>
          <a:prstGeom prst="rect">
            <a:avLst/>
          </a:prstGeom>
          <a:noFill/>
          <a:ln>
            <a:noFill/>
          </a:ln>
        </p:spPr>
      </p:pic>
      <p:sp>
        <p:nvSpPr>
          <p:cNvPr id="5" name="Google Shape;234;p28">
            <a:extLst>
              <a:ext uri="{FF2B5EF4-FFF2-40B4-BE49-F238E27FC236}">
                <a16:creationId xmlns:a16="http://schemas.microsoft.com/office/drawing/2014/main" id="{7C23687C-12FB-532F-7A3A-E3D428539CC4}"/>
              </a:ext>
            </a:extLst>
          </p:cNvPr>
          <p:cNvSpPr txBox="1">
            <a:spLocks/>
          </p:cNvSpPr>
          <p:nvPr/>
        </p:nvSpPr>
        <p:spPr>
          <a:xfrm>
            <a:off x="582471" y="3896700"/>
            <a:ext cx="4736618" cy="9227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4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en-US" b="1" dirty="0"/>
              <a:t>E23CSEU1206-Kaushtubh Tiwari</a:t>
            </a:r>
          </a:p>
          <a:p>
            <a:pPr marL="0" indent="0"/>
            <a:r>
              <a:rPr lang="en-US" b="1" dirty="0"/>
              <a:t>E23CSEU1213-Arnav Ahlawat</a:t>
            </a:r>
          </a:p>
          <a:p>
            <a:pPr marL="0" indent="0"/>
            <a:endParaRPr lang="en-US" b="1" dirty="0"/>
          </a:p>
        </p:txBody>
      </p:sp>
      <p:sp>
        <p:nvSpPr>
          <p:cNvPr id="7" name="Subtitle 6">
            <a:extLst>
              <a:ext uri="{FF2B5EF4-FFF2-40B4-BE49-F238E27FC236}">
                <a16:creationId xmlns:a16="http://schemas.microsoft.com/office/drawing/2014/main" id="{D87FFA97-EBEF-0C4A-2B8A-A5CBA069C541}"/>
              </a:ext>
            </a:extLst>
          </p:cNvPr>
          <p:cNvSpPr>
            <a:spLocks noGrp="1"/>
          </p:cNvSpPr>
          <p:nvPr>
            <p:ph type="subTitle" idx="1"/>
          </p:nvPr>
        </p:nvSpPr>
        <p:spPr>
          <a:xfrm>
            <a:off x="582471" y="3218729"/>
            <a:ext cx="4528800" cy="350700"/>
          </a:xfrm>
        </p:spPr>
        <p:txBody>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232"/>
                                        </p:tgtEl>
                                        <p:attrNameLst>
                                          <p:attrName>style.visibility</p:attrName>
                                        </p:attrNameLst>
                                      </p:cBhvr>
                                      <p:to>
                                        <p:strVal val="visible"/>
                                      </p:to>
                                    </p:set>
                                    <p:animEffect transition="in" filter="randombar(horizontal)">
                                      <p:cBhvr>
                                        <p:cTn id="7" dur="500"/>
                                        <p:tgtEl>
                                          <p:spTgt spid="23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33"/>
                                        </p:tgtEl>
                                        <p:attrNameLst>
                                          <p:attrName>style.visibility</p:attrName>
                                        </p:attrNameLst>
                                      </p:cBhvr>
                                      <p:to>
                                        <p:strVal val="visible"/>
                                      </p:to>
                                    </p:set>
                                    <p:animEffect transition="in" filter="randombar(horizontal)">
                                      <p:cBhvr>
                                        <p:cTn id="10" dur="500"/>
                                        <p:tgtEl>
                                          <p:spTgt spid="233"/>
                                        </p:tgtEl>
                                      </p:cBhvr>
                                    </p:animEffect>
                                  </p:childTnLst>
                                </p:cTn>
                              </p:par>
                              <p:par>
                                <p:cTn id="11" presetID="14" presetClass="entr" presetSubtype="10" fill="hold" nodeType="withEffect">
                                  <p:stCondLst>
                                    <p:cond delay="0"/>
                                  </p:stCondLst>
                                  <p:childTnLst>
                                    <p:set>
                                      <p:cBhvr>
                                        <p:cTn id="12" dur="1" fill="hold">
                                          <p:stCondLst>
                                            <p:cond delay="0"/>
                                          </p:stCondLst>
                                        </p:cTn>
                                        <p:tgtEl>
                                          <p:spTgt spid="235"/>
                                        </p:tgtEl>
                                        <p:attrNameLst>
                                          <p:attrName>style.visibility</p:attrName>
                                        </p:attrNameLst>
                                      </p:cBhvr>
                                      <p:to>
                                        <p:strVal val="visible"/>
                                      </p:to>
                                    </p:set>
                                    <p:animEffect transition="in" filter="randombar(horizontal)">
                                      <p:cBhvr>
                                        <p:cTn id="13" dur="500"/>
                                        <p:tgtEl>
                                          <p:spTgt spid="235"/>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4" presetClass="entr" presetSubtype="10" fill="hold" grpId="0" nodeType="withEffect" nodePh="1">
                                  <p:stCondLst>
                                    <p:cond delay="0"/>
                                  </p:stCondLst>
                                  <p:endCondLst>
                                    <p:cond evt="begin" delay="0">
                                      <p:tn val="17"/>
                                    </p:cond>
                                  </p:end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9"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0"/>
      <p:bldP spid="5" grpId="0"/>
      <p:bldP spid="7"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AFB61-D2EC-5852-EF70-B32626A4ACD6}"/>
              </a:ext>
            </a:extLst>
          </p:cNvPr>
          <p:cNvSpPr>
            <a:spLocks noGrp="1"/>
          </p:cNvSpPr>
          <p:nvPr>
            <p:ph type="title"/>
          </p:nvPr>
        </p:nvSpPr>
        <p:spPr/>
        <p:txBody>
          <a:bodyPr/>
          <a:lstStyle/>
          <a:p>
            <a:pPr algn="ctr"/>
            <a:r>
              <a:rPr lang="en-US" dirty="0"/>
              <a:t>Introduction</a:t>
            </a:r>
            <a:endParaRPr lang="en-IN" dirty="0"/>
          </a:p>
        </p:txBody>
      </p:sp>
      <p:sp>
        <p:nvSpPr>
          <p:cNvPr id="3" name="Title 2">
            <a:extLst>
              <a:ext uri="{FF2B5EF4-FFF2-40B4-BE49-F238E27FC236}">
                <a16:creationId xmlns:a16="http://schemas.microsoft.com/office/drawing/2014/main" id="{9AA90077-60C5-132E-A46C-FB9EDAF6FE41}"/>
              </a:ext>
            </a:extLst>
          </p:cNvPr>
          <p:cNvSpPr>
            <a:spLocks noGrp="1"/>
          </p:cNvSpPr>
          <p:nvPr>
            <p:ph type="title" idx="4294967295"/>
          </p:nvPr>
        </p:nvSpPr>
        <p:spPr>
          <a:xfrm flipV="1">
            <a:off x="7274123" y="75543"/>
            <a:ext cx="1869877" cy="871610"/>
          </a:xfrm>
        </p:spPr>
        <p:txBody>
          <a:bodyPr/>
          <a:lstStyle/>
          <a:p>
            <a:endParaRPr lang="en-IN" sz="2000" dirty="0"/>
          </a:p>
        </p:txBody>
      </p:sp>
      <p:sp>
        <p:nvSpPr>
          <p:cNvPr id="6" name="Rectangle 1">
            <a:extLst>
              <a:ext uri="{FF2B5EF4-FFF2-40B4-BE49-F238E27FC236}">
                <a16:creationId xmlns:a16="http://schemas.microsoft.com/office/drawing/2014/main" id="{7A6834CC-2BCB-0D8B-EDB0-F7C0659F148B}"/>
              </a:ext>
            </a:extLst>
          </p:cNvPr>
          <p:cNvSpPr>
            <a:spLocks noGrp="1" noChangeArrowheads="1"/>
          </p:cNvSpPr>
          <p:nvPr>
            <p:ph type="body" idx="1"/>
          </p:nvPr>
        </p:nvSpPr>
        <p:spPr bwMode="auto">
          <a:xfrm>
            <a:off x="846460" y="2003937"/>
            <a:ext cx="763832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Agriculture plays a vital role in the global economy.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Plant diseases can drastically affect yield and farmer income.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Manual disease identification is time-consuming and error-prone.</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strike="noStrike" cap="none" normalizeH="0" baseline="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Our solution: An AI-powered system to detect plant diseases from images using CNN.</a:t>
            </a:r>
          </a:p>
        </p:txBody>
      </p:sp>
    </p:spTree>
    <p:extLst>
      <p:ext uri="{BB962C8B-B14F-4D97-AF65-F5344CB8AC3E}">
        <p14:creationId xmlns:p14="http://schemas.microsoft.com/office/powerpoint/2010/main" val="1381910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3B693-8B9D-E40B-2632-A2A4B78FB376}"/>
              </a:ext>
            </a:extLst>
          </p:cNvPr>
          <p:cNvSpPr>
            <a:spLocks noGrp="1"/>
          </p:cNvSpPr>
          <p:nvPr>
            <p:ph type="title"/>
          </p:nvPr>
        </p:nvSpPr>
        <p:spPr/>
        <p:txBody>
          <a:bodyPr/>
          <a:lstStyle/>
          <a:p>
            <a:r>
              <a:rPr lang="en-US" sz="3200" dirty="0"/>
              <a:t>Motivation</a:t>
            </a:r>
          </a:p>
        </p:txBody>
      </p:sp>
      <p:sp>
        <p:nvSpPr>
          <p:cNvPr id="4" name="Title 1">
            <a:extLst>
              <a:ext uri="{FF2B5EF4-FFF2-40B4-BE49-F238E27FC236}">
                <a16:creationId xmlns:a16="http://schemas.microsoft.com/office/drawing/2014/main" id="{47FD51F1-F2C7-81FA-5543-C22A9139AD4C}"/>
              </a:ext>
            </a:extLst>
          </p:cNvPr>
          <p:cNvSpPr txBox="1">
            <a:spLocks/>
          </p:cNvSpPr>
          <p:nvPr/>
        </p:nvSpPr>
        <p:spPr>
          <a:xfrm>
            <a:off x="720000" y="1737984"/>
            <a:ext cx="7704000" cy="218897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1pPr>
            <a:lvl2pPr marR="0" lvl="1"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2pPr>
            <a:lvl3pPr marR="0" lvl="2"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3pPr>
            <a:lvl4pPr marR="0" lvl="3"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4pPr>
            <a:lvl5pPr marR="0" lvl="4"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5pPr>
            <a:lvl6pPr marR="0" lvl="5"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6pPr>
            <a:lvl7pPr marR="0" lvl="6"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7pPr>
            <a:lvl8pPr marR="0" lvl="7"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8pPr>
            <a:lvl9pPr marR="0" lvl="8"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9pPr>
          </a:lstStyle>
          <a:p>
            <a:pPr>
              <a:lnSpc>
                <a:spcPct val="150000"/>
              </a:lnSpc>
            </a:pPr>
            <a:r>
              <a:rPr lang="en-US" sz="1600" dirty="0">
                <a:solidFill>
                  <a:srgbClr val="374151"/>
                </a:solidFill>
                <a:latin typeface="Lato" panose="020F0502020204030203" pitchFamily="34" charset="0"/>
                <a:ea typeface="Lato" panose="020F0502020204030203" pitchFamily="34" charset="0"/>
                <a:cs typeface="Lato" panose="020F0502020204030203" pitchFamily="34" charset="0"/>
              </a:rPr>
              <a:t>Developing an efficient and accurate plant disease identification system using machine learning techniques to aid farmers and agricultural experts in timely and accurate detection, with the objective of improving crop yield, reducing losses, and promoting sustainable agricultural practices</a:t>
            </a:r>
            <a:endParaRPr lang="en-US" sz="1600" dirty="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395879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9C0E4-E59D-716B-BAE9-09A54ABDA8CB}"/>
              </a:ext>
            </a:extLst>
          </p:cNvPr>
          <p:cNvSpPr>
            <a:spLocks noGrp="1"/>
          </p:cNvSpPr>
          <p:nvPr>
            <p:ph type="title"/>
          </p:nvPr>
        </p:nvSpPr>
        <p:spPr/>
        <p:txBody>
          <a:bodyPr/>
          <a:lstStyle/>
          <a:p>
            <a:r>
              <a:rPr lang="en-US" dirty="0"/>
              <a:t>Literature Review</a:t>
            </a:r>
            <a:endParaRPr lang="en-IN" dirty="0"/>
          </a:p>
        </p:txBody>
      </p:sp>
      <p:sp>
        <p:nvSpPr>
          <p:cNvPr id="3" name="Text Placeholder 2">
            <a:extLst>
              <a:ext uri="{FF2B5EF4-FFF2-40B4-BE49-F238E27FC236}">
                <a16:creationId xmlns:a16="http://schemas.microsoft.com/office/drawing/2014/main" id="{D943B20B-376A-3127-EA53-1F8CB9F80DF9}"/>
              </a:ext>
            </a:extLst>
          </p:cNvPr>
          <p:cNvSpPr>
            <a:spLocks noGrp="1"/>
          </p:cNvSpPr>
          <p:nvPr>
            <p:ph type="body" idx="1"/>
          </p:nvPr>
        </p:nvSpPr>
        <p:spPr/>
        <p:txBody>
          <a:bodyPr/>
          <a:lstStyle/>
          <a:p>
            <a:pPr>
              <a:buNone/>
            </a:pPr>
            <a:r>
              <a:rPr lang="en-US" b="1" dirty="0"/>
              <a:t>Traditional Methods</a:t>
            </a:r>
          </a:p>
          <a:p>
            <a:pPr>
              <a:buFont typeface="Arial" panose="020B0604020202020204" pitchFamily="34" charset="0"/>
              <a:buChar char="•"/>
            </a:pPr>
            <a:r>
              <a:rPr lang="en-US" dirty="0"/>
              <a:t>Historically, plant disease diagnosis relied on </a:t>
            </a:r>
            <a:r>
              <a:rPr lang="en-US" b="1" dirty="0"/>
              <a:t>manual visual inspection</a:t>
            </a:r>
            <a:r>
              <a:rPr lang="en-US" dirty="0"/>
              <a:t> by agricultural experts or extension workers.</a:t>
            </a:r>
          </a:p>
          <a:p>
            <a:pPr>
              <a:buFont typeface="Arial" panose="020B0604020202020204" pitchFamily="34" charset="0"/>
              <a:buChar char="•"/>
            </a:pPr>
            <a:r>
              <a:rPr lang="en-US" dirty="0"/>
              <a:t>These methods are </a:t>
            </a:r>
            <a:r>
              <a:rPr lang="en-US" b="1" dirty="0"/>
              <a:t>labor-intensive, time-consuming</a:t>
            </a:r>
            <a:r>
              <a:rPr lang="en-US" dirty="0"/>
              <a:t>, and prone to </a:t>
            </a:r>
            <a:r>
              <a:rPr lang="en-US" b="1" dirty="0"/>
              <a:t>human error</a:t>
            </a:r>
            <a:r>
              <a:rPr lang="en-US" dirty="0"/>
              <a:t>.</a:t>
            </a:r>
          </a:p>
          <a:p>
            <a:pPr>
              <a:buFont typeface="Arial" panose="020B0604020202020204" pitchFamily="34" charset="0"/>
              <a:buChar char="•"/>
            </a:pPr>
            <a:r>
              <a:rPr lang="en-US" dirty="0"/>
              <a:t>Farmers in remote areas often lack access to such expertise, resulting in delayed or incorrect diagnosis.</a:t>
            </a:r>
          </a:p>
          <a:p>
            <a:pPr>
              <a:buNone/>
            </a:pPr>
            <a:r>
              <a:rPr lang="en-US" b="1" dirty="0"/>
              <a:t>Machine Learning Approaches</a:t>
            </a:r>
          </a:p>
          <a:p>
            <a:pPr>
              <a:buFont typeface="Arial" panose="020B0604020202020204" pitchFamily="34" charset="0"/>
              <a:buChar char="•"/>
            </a:pPr>
            <a:r>
              <a:rPr lang="en-US" dirty="0"/>
              <a:t>Earlier attempts at automating plant disease identification involved </a:t>
            </a:r>
            <a:r>
              <a:rPr lang="en-US" b="1" dirty="0"/>
              <a:t>traditional ML classifiers</a:t>
            </a:r>
            <a:r>
              <a:rPr lang="en-US" dirty="0"/>
              <a:t>:</a:t>
            </a:r>
          </a:p>
          <a:p>
            <a:pPr marL="742950" lvl="1" indent="-285750">
              <a:buFont typeface="Arial" panose="020B0604020202020204" pitchFamily="34" charset="0"/>
              <a:buChar char="•"/>
            </a:pPr>
            <a:r>
              <a:rPr lang="en-US" b="1" dirty="0"/>
              <a:t>Support Vector Machines (SVM)</a:t>
            </a:r>
            <a:r>
              <a:rPr lang="en-US" dirty="0"/>
              <a:t>: Used for leaf disease classification based on handcrafted features like texture and color.</a:t>
            </a:r>
          </a:p>
          <a:p>
            <a:pPr marL="742950" lvl="1" indent="-285750">
              <a:buFont typeface="Arial" panose="020B0604020202020204" pitchFamily="34" charset="0"/>
              <a:buChar char="•"/>
            </a:pPr>
            <a:r>
              <a:rPr lang="en-US" b="1" dirty="0"/>
              <a:t>K-Nearest Neighbors (KNN)</a:t>
            </a:r>
            <a:r>
              <a:rPr lang="en-US" dirty="0"/>
              <a:t> and </a:t>
            </a:r>
            <a:r>
              <a:rPr lang="en-US" b="1" dirty="0"/>
              <a:t>Random Forests (RF)</a:t>
            </a:r>
            <a:r>
              <a:rPr lang="en-US" dirty="0"/>
              <a:t>: Applied with basic image preprocessing, yielding moderate accuracy.</a:t>
            </a:r>
          </a:p>
          <a:p>
            <a:pPr>
              <a:buFont typeface="Arial" panose="020B0604020202020204" pitchFamily="34" charset="0"/>
              <a:buChar char="•"/>
            </a:pPr>
            <a:r>
              <a:rPr lang="en-US" dirty="0"/>
              <a:t>Limitation: These approaches required </a:t>
            </a:r>
            <a:r>
              <a:rPr lang="en-US" b="1" dirty="0"/>
              <a:t>manual feature extraction</a:t>
            </a:r>
            <a:r>
              <a:rPr lang="en-US" dirty="0"/>
              <a:t>, which is not scalable or generalizable.</a:t>
            </a:r>
          </a:p>
          <a:p>
            <a:endParaRPr lang="en-IN" dirty="0"/>
          </a:p>
        </p:txBody>
      </p:sp>
    </p:spTree>
    <p:extLst>
      <p:ext uri="{BB962C8B-B14F-4D97-AF65-F5344CB8AC3E}">
        <p14:creationId xmlns:p14="http://schemas.microsoft.com/office/powerpoint/2010/main" val="1405080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C8A16-C6C4-8C4F-51E8-BA99CB6722C2}"/>
              </a:ext>
            </a:extLst>
          </p:cNvPr>
          <p:cNvSpPr>
            <a:spLocks noGrp="1"/>
          </p:cNvSpPr>
          <p:nvPr>
            <p:ph type="title"/>
          </p:nvPr>
        </p:nvSpPr>
        <p:spPr>
          <a:xfrm>
            <a:off x="800100" y="305220"/>
            <a:ext cx="7623900" cy="685800"/>
          </a:xfrm>
        </p:spPr>
        <p:txBody>
          <a:bodyPr/>
          <a:lstStyle/>
          <a:p>
            <a:r>
              <a:rPr lang="en-US" dirty="0"/>
              <a:t>Literature Review (Continued)</a:t>
            </a:r>
            <a:endParaRPr lang="en-IN" dirty="0"/>
          </a:p>
        </p:txBody>
      </p:sp>
      <p:sp>
        <p:nvSpPr>
          <p:cNvPr id="3" name="Text Placeholder 2">
            <a:extLst>
              <a:ext uri="{FF2B5EF4-FFF2-40B4-BE49-F238E27FC236}">
                <a16:creationId xmlns:a16="http://schemas.microsoft.com/office/drawing/2014/main" id="{4C376DF3-EE1F-58D1-4C46-5C5A81430296}"/>
              </a:ext>
            </a:extLst>
          </p:cNvPr>
          <p:cNvSpPr>
            <a:spLocks noGrp="1"/>
          </p:cNvSpPr>
          <p:nvPr>
            <p:ph type="body" idx="1"/>
          </p:nvPr>
        </p:nvSpPr>
        <p:spPr>
          <a:xfrm>
            <a:off x="720000" y="991020"/>
            <a:ext cx="7704000" cy="3416400"/>
          </a:xfrm>
        </p:spPr>
        <p:txBody>
          <a:bodyPr/>
          <a:lstStyle/>
          <a:p>
            <a:pPr>
              <a:buNone/>
            </a:pPr>
            <a:r>
              <a:rPr lang="en-US" b="1" dirty="0"/>
              <a:t>Rise of Deep Learning</a:t>
            </a:r>
          </a:p>
          <a:p>
            <a:pPr>
              <a:buFont typeface="Arial" panose="020B0604020202020204" pitchFamily="34" charset="0"/>
              <a:buChar char="•"/>
            </a:pPr>
            <a:r>
              <a:rPr lang="en-US" dirty="0"/>
              <a:t>The emergence of </a:t>
            </a:r>
            <a:r>
              <a:rPr lang="en-US" b="1" dirty="0"/>
              <a:t>Convolutional Neural Networks (CNNs)</a:t>
            </a:r>
            <a:r>
              <a:rPr lang="en-US" dirty="0"/>
              <a:t> revolutionized image classification tasks.</a:t>
            </a:r>
          </a:p>
          <a:p>
            <a:pPr>
              <a:buFont typeface="Arial" panose="020B0604020202020204" pitchFamily="34" charset="0"/>
              <a:buChar char="•"/>
            </a:pPr>
            <a:r>
              <a:rPr lang="en-US" dirty="0"/>
              <a:t>CNNs automatically extract features, allowing end-to-end training on raw image data without manual intervention.</a:t>
            </a:r>
          </a:p>
          <a:p>
            <a:pPr>
              <a:buFont typeface="Arial" panose="020B0604020202020204" pitchFamily="34" charset="0"/>
              <a:buChar char="•"/>
            </a:pPr>
            <a:r>
              <a:rPr lang="en-US" b="1" dirty="0" err="1"/>
              <a:t>AlexNet</a:t>
            </a:r>
            <a:r>
              <a:rPr lang="en-US" dirty="0"/>
              <a:t>, </a:t>
            </a:r>
            <a:r>
              <a:rPr lang="en-US" b="1" dirty="0" err="1"/>
              <a:t>VGGNet</a:t>
            </a:r>
            <a:r>
              <a:rPr lang="en-US" dirty="0"/>
              <a:t>, and </a:t>
            </a:r>
            <a:r>
              <a:rPr lang="en-US" b="1" dirty="0" err="1"/>
              <a:t>ResNet</a:t>
            </a:r>
            <a:r>
              <a:rPr lang="en-US" dirty="0"/>
              <a:t> architectures have been widely used in agricultural image datasets.</a:t>
            </a:r>
          </a:p>
          <a:p>
            <a:pPr>
              <a:buNone/>
            </a:pPr>
            <a:r>
              <a:rPr lang="en-US" b="1" dirty="0"/>
              <a:t>Identified Gaps</a:t>
            </a:r>
          </a:p>
          <a:p>
            <a:pPr>
              <a:buFont typeface="Arial" panose="020B0604020202020204" pitchFamily="34" charset="0"/>
              <a:buChar char="•"/>
            </a:pPr>
            <a:r>
              <a:rPr lang="en-US" b="1" dirty="0"/>
              <a:t>Deployment</a:t>
            </a:r>
            <a:r>
              <a:rPr lang="en-US" dirty="0"/>
              <a:t>: Most existing research focuses on model training but not real-world deployment.</a:t>
            </a:r>
          </a:p>
          <a:p>
            <a:pPr>
              <a:buFont typeface="Arial" panose="020B0604020202020204" pitchFamily="34" charset="0"/>
              <a:buChar char="•"/>
            </a:pPr>
            <a:r>
              <a:rPr lang="en-US" b="1" dirty="0"/>
              <a:t>User Interface</a:t>
            </a:r>
            <a:r>
              <a:rPr lang="en-US" dirty="0"/>
              <a:t>: Few studies integrate the model into a user-friendly web/mobile application.</a:t>
            </a:r>
          </a:p>
          <a:p>
            <a:pPr>
              <a:buFont typeface="Arial" panose="020B0604020202020204" pitchFamily="34" charset="0"/>
              <a:buChar char="•"/>
            </a:pPr>
            <a:r>
              <a:rPr lang="en-US" b="1" dirty="0"/>
              <a:t>Localization</a:t>
            </a:r>
            <a:r>
              <a:rPr lang="en-US" dirty="0"/>
              <a:t>: Lack of support for localized languages or real-time feedback.</a:t>
            </a:r>
          </a:p>
          <a:p>
            <a:pPr>
              <a:buFont typeface="Arial" panose="020B0604020202020204" pitchFamily="34" charset="0"/>
              <a:buChar char="•"/>
            </a:pPr>
            <a:r>
              <a:rPr lang="en-US" b="1" dirty="0"/>
              <a:t>Explainability</a:t>
            </a:r>
            <a:r>
              <a:rPr lang="en-US" dirty="0"/>
              <a:t>: Limited research on making predictions interpretable for end users.</a:t>
            </a:r>
          </a:p>
          <a:p>
            <a:pPr>
              <a:buNone/>
            </a:pPr>
            <a:r>
              <a:rPr lang="en-US" b="1" dirty="0"/>
              <a:t>Our Contribution</a:t>
            </a:r>
          </a:p>
          <a:p>
            <a:pPr>
              <a:buFont typeface="Arial" panose="020B0604020202020204" pitchFamily="34" charset="0"/>
              <a:buChar char="•"/>
            </a:pPr>
            <a:r>
              <a:rPr lang="en-US" dirty="0"/>
              <a:t>Builds upon successful CNN-based methods for disease identification.</a:t>
            </a:r>
          </a:p>
          <a:p>
            <a:pPr>
              <a:buFont typeface="Arial" panose="020B0604020202020204" pitchFamily="34" charset="0"/>
              <a:buChar char="•"/>
            </a:pPr>
            <a:r>
              <a:rPr lang="en-US" dirty="0"/>
              <a:t>Uses the well-established </a:t>
            </a:r>
            <a:r>
              <a:rPr lang="en-US" b="1" dirty="0" err="1"/>
              <a:t>PlantVillage</a:t>
            </a:r>
            <a:r>
              <a:rPr lang="en-US" b="1" dirty="0"/>
              <a:t> dataset</a:t>
            </a:r>
            <a:r>
              <a:rPr lang="en-US" dirty="0"/>
              <a:t> for robust training.</a:t>
            </a:r>
          </a:p>
          <a:p>
            <a:pPr>
              <a:buFont typeface="Arial" panose="020B0604020202020204" pitchFamily="34" charset="0"/>
              <a:buChar char="•"/>
            </a:pPr>
            <a:r>
              <a:rPr lang="en-US" b="1" dirty="0"/>
              <a:t>Implements a full-stack deployment</a:t>
            </a:r>
            <a:r>
              <a:rPr lang="en-US" dirty="0"/>
              <a:t>: Model served via </a:t>
            </a:r>
            <a:r>
              <a:rPr lang="en-US" b="1" dirty="0" err="1"/>
              <a:t>FastAPI</a:t>
            </a:r>
            <a:r>
              <a:rPr lang="en-US" dirty="0"/>
              <a:t>, frontend via </a:t>
            </a:r>
            <a:r>
              <a:rPr lang="en-US" b="1" dirty="0"/>
              <a:t>ReactJS</a:t>
            </a:r>
            <a:r>
              <a:rPr lang="en-US" dirty="0"/>
              <a:t>, backend with </a:t>
            </a:r>
            <a:r>
              <a:rPr lang="en-US" b="1" dirty="0"/>
              <a:t>NodeJS</a:t>
            </a:r>
            <a:r>
              <a:rPr lang="en-US" dirty="0"/>
              <a:t>, and data stored in </a:t>
            </a:r>
            <a:r>
              <a:rPr lang="en-US" b="1" dirty="0"/>
              <a:t>MongoDB</a:t>
            </a:r>
            <a:r>
              <a:rPr lang="en-US" dirty="0"/>
              <a:t>.</a:t>
            </a:r>
          </a:p>
          <a:p>
            <a:pPr>
              <a:buFont typeface="Arial" panose="020B0604020202020204" pitchFamily="34" charset="0"/>
              <a:buChar char="•"/>
            </a:pPr>
            <a:r>
              <a:rPr lang="en-US" dirty="0"/>
              <a:t>Focus on accessibility: System designed for ease of use by non-technical users such as farmers and agricultural workers.</a:t>
            </a:r>
          </a:p>
          <a:p>
            <a:endParaRPr lang="en-IN" dirty="0"/>
          </a:p>
        </p:txBody>
      </p:sp>
    </p:spTree>
    <p:extLst>
      <p:ext uri="{BB962C8B-B14F-4D97-AF65-F5344CB8AC3E}">
        <p14:creationId xmlns:p14="http://schemas.microsoft.com/office/powerpoint/2010/main" val="1934168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F88B-AD0F-4F67-5D55-62D55349D947}"/>
              </a:ext>
            </a:extLst>
          </p:cNvPr>
          <p:cNvSpPr>
            <a:spLocks noGrp="1"/>
          </p:cNvSpPr>
          <p:nvPr>
            <p:ph type="title"/>
          </p:nvPr>
        </p:nvSpPr>
        <p:spPr>
          <a:xfrm>
            <a:off x="902684" y="228063"/>
            <a:ext cx="5974847" cy="816966"/>
          </a:xfrm>
        </p:spPr>
        <p:txBody>
          <a:bodyPr/>
          <a:lstStyle/>
          <a:p>
            <a:pPr algn="l"/>
            <a:r>
              <a:rPr lang="en-US" sz="2400" dirty="0">
                <a:solidFill>
                  <a:schemeClr val="tx1"/>
                </a:solidFill>
                <a:latin typeface="Cormorant Garamond" panose="020B0604020202020204" charset="0"/>
                <a:ea typeface="Cormorant Garamond" panose="020B0604020202020204" charset="0"/>
              </a:rPr>
              <a:t>Importance of Enhancing Agricultural Practices with Machine Learning</a:t>
            </a:r>
          </a:p>
        </p:txBody>
      </p:sp>
      <p:sp>
        <p:nvSpPr>
          <p:cNvPr id="4" name="Title 1">
            <a:extLst>
              <a:ext uri="{FF2B5EF4-FFF2-40B4-BE49-F238E27FC236}">
                <a16:creationId xmlns:a16="http://schemas.microsoft.com/office/drawing/2014/main" id="{FE0F81CC-9087-1DE0-659E-4C6E573A9A76}"/>
              </a:ext>
            </a:extLst>
          </p:cNvPr>
          <p:cNvSpPr txBox="1">
            <a:spLocks/>
          </p:cNvSpPr>
          <p:nvPr/>
        </p:nvSpPr>
        <p:spPr>
          <a:xfrm>
            <a:off x="681788" y="1284721"/>
            <a:ext cx="4955164" cy="36307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1pPr>
            <a:lvl2pPr marR="0" lvl="1"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2pPr>
            <a:lvl3pPr marR="0" lvl="2"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3pPr>
            <a:lvl4pPr marR="0" lvl="3"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4pPr>
            <a:lvl5pPr marR="0" lvl="4"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5pPr>
            <a:lvl6pPr marR="0" lvl="5"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6pPr>
            <a:lvl7pPr marR="0" lvl="6"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7pPr>
            <a:lvl8pPr marR="0" lvl="7"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8pPr>
            <a:lvl9pPr marR="0" lvl="8" algn="l" rtl="0">
              <a:lnSpc>
                <a:spcPct val="100000"/>
              </a:lnSpc>
              <a:spcBef>
                <a:spcPts val="0"/>
              </a:spcBef>
              <a:spcAft>
                <a:spcPts val="0"/>
              </a:spcAft>
              <a:buClr>
                <a:schemeClr val="dk1"/>
              </a:buClr>
              <a:buSzPts val="3000"/>
              <a:buFont typeface="Cormorant Garamond"/>
              <a:buNone/>
              <a:defRPr sz="3000" b="1" i="0" u="none" strike="noStrike" cap="none">
                <a:solidFill>
                  <a:schemeClr val="dk1"/>
                </a:solidFill>
                <a:latin typeface="Cormorant Garamond"/>
                <a:ea typeface="Cormorant Garamond"/>
                <a:cs typeface="Cormorant Garamond"/>
                <a:sym typeface="Cormorant Garamond"/>
              </a:defRPr>
            </a:lvl9pPr>
          </a:lstStyle>
          <a:p>
            <a:pPr marL="285750" indent="-285750" algn="l">
              <a:lnSpc>
                <a:spcPct val="150000"/>
              </a:lnSpc>
              <a:buFont typeface="Arial" panose="020B0604020202020204" pitchFamily="34" charset="0"/>
              <a:buChar char="•"/>
            </a:pPr>
            <a:r>
              <a:rPr lang="en-US" sz="1500" b="0" dirty="0">
                <a:solidFill>
                  <a:srgbClr val="374151"/>
                </a:solidFill>
                <a:latin typeface="Lato" panose="020F0502020204030203" pitchFamily="34" charset="0"/>
                <a:ea typeface="Lato" panose="020F0502020204030203" pitchFamily="34" charset="0"/>
                <a:cs typeface="Lato" panose="020F0502020204030203" pitchFamily="34" charset="0"/>
              </a:rPr>
              <a:t>To automates the process, allowing quick detection.</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gn="l">
              <a:lnSpc>
                <a:spcPct val="150000"/>
              </a:lnSpc>
              <a:buFont typeface="Arial" panose="020B0604020202020204" pitchFamily="34" charset="0"/>
              <a:buChar char="•"/>
            </a:pPr>
            <a:r>
              <a:rPr lang="en-US" sz="1500" b="0" dirty="0">
                <a:solidFill>
                  <a:srgbClr val="374151"/>
                </a:solidFill>
                <a:latin typeface="Lato" panose="020F0502020204030203" pitchFamily="34" charset="0"/>
                <a:ea typeface="Lato" panose="020F0502020204030203" pitchFamily="34" charset="0"/>
                <a:cs typeface="Lato" panose="020F0502020204030203" pitchFamily="34" charset="0"/>
              </a:rPr>
              <a:t>To analyzes vast data to provide accurate and precise disease identification, minimizing misdiagnosis.</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gn="l">
              <a:lnSpc>
                <a:spcPct val="150000"/>
              </a:lnSpc>
              <a:buFont typeface="Arial" panose="020B0604020202020204" pitchFamily="34" charset="0"/>
              <a:buChar char="•"/>
            </a:pPr>
            <a:r>
              <a:rPr lang="en-US" sz="1500" b="0" dirty="0">
                <a:solidFill>
                  <a:srgbClr val="374151"/>
                </a:solidFill>
                <a:latin typeface="Lato" panose="020F0502020204030203" pitchFamily="34" charset="0"/>
                <a:ea typeface="Lato" panose="020F0502020204030203" pitchFamily="34" charset="0"/>
                <a:cs typeface="Lato" panose="020F0502020204030203" pitchFamily="34" charset="0"/>
              </a:rPr>
              <a:t>To automates identification, optimizing resource allocation and enhancing crop productivity.</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gn="l">
              <a:lnSpc>
                <a:spcPct val="150000"/>
              </a:lnSpc>
              <a:buFont typeface="Arial" panose="020B0604020202020204" pitchFamily="34" charset="0"/>
              <a:buChar char="•"/>
            </a:pPr>
            <a:r>
              <a:rPr lang="en-US" sz="1500" b="0" dirty="0">
                <a:solidFill>
                  <a:srgbClr val="374151"/>
                </a:solidFill>
                <a:latin typeface="Lato" panose="020F0502020204030203" pitchFamily="34" charset="0"/>
                <a:ea typeface="Lato" panose="020F0502020204030203" pitchFamily="34" charset="0"/>
                <a:cs typeface="Lato" panose="020F0502020204030203" pitchFamily="34" charset="0"/>
              </a:rPr>
              <a:t>To reduces crop losses, minimizes pesticide use, and promotes environmentally friendly farming methods.</a:t>
            </a:r>
            <a:endParaRPr lang="en-US" dirty="0">
              <a:latin typeface="Lato" panose="020F0502020204030203" pitchFamily="34" charset="0"/>
              <a:ea typeface="Lato" panose="020F0502020204030203" pitchFamily="34" charset="0"/>
              <a:cs typeface="Lato" panose="020F0502020204030203" pitchFamily="34" charset="0"/>
            </a:endParaRPr>
          </a:p>
          <a:p>
            <a:pPr marL="285750" indent="-285750" algn="l">
              <a:lnSpc>
                <a:spcPct val="150000"/>
              </a:lnSpc>
              <a:buFont typeface="Arial" panose="020B0604020202020204" pitchFamily="34" charset="0"/>
              <a:buChar char="•"/>
            </a:pPr>
            <a:r>
              <a:rPr lang="en-US" sz="1500" b="0" dirty="0">
                <a:solidFill>
                  <a:srgbClr val="374151"/>
                </a:solidFill>
                <a:latin typeface="Lato" panose="020F0502020204030203" pitchFamily="34" charset="0"/>
                <a:ea typeface="Lato" panose="020F0502020204030203" pitchFamily="34" charset="0"/>
                <a:cs typeface="Lato" panose="020F0502020204030203" pitchFamily="34" charset="0"/>
              </a:rPr>
              <a:t>To Empowers users with valuable knowledge and tools for disease identification and management.</a:t>
            </a:r>
            <a:endParaRPr lang="en-US" dirty="0">
              <a:latin typeface="Lato" panose="020F0502020204030203" pitchFamily="34" charset="0"/>
              <a:ea typeface="Lato" panose="020F0502020204030203" pitchFamily="34" charset="0"/>
              <a:cs typeface="Lato" panose="020F0502020204030203" pitchFamily="34" charset="0"/>
            </a:endParaRPr>
          </a:p>
        </p:txBody>
      </p:sp>
      <p:pic>
        <p:nvPicPr>
          <p:cNvPr id="3" name="Picture 4">
            <a:extLst>
              <a:ext uri="{FF2B5EF4-FFF2-40B4-BE49-F238E27FC236}">
                <a16:creationId xmlns:a16="http://schemas.microsoft.com/office/drawing/2014/main" id="{3BB1F9CA-A47A-E0B2-01E2-706E48BD9645}"/>
              </a:ext>
            </a:extLst>
          </p:cNvPr>
          <p:cNvPicPr>
            <a:picLocks noChangeAspect="1"/>
          </p:cNvPicPr>
          <p:nvPr/>
        </p:nvPicPr>
        <p:blipFill>
          <a:blip r:embed="rId2"/>
          <a:stretch>
            <a:fillRect/>
          </a:stretch>
        </p:blipFill>
        <p:spPr>
          <a:xfrm>
            <a:off x="5984631" y="1727701"/>
            <a:ext cx="2743200" cy="1696661"/>
          </a:xfrm>
          <a:prstGeom prst="rect">
            <a:avLst/>
          </a:prstGeom>
        </p:spPr>
      </p:pic>
    </p:spTree>
    <p:extLst>
      <p:ext uri="{BB962C8B-B14F-4D97-AF65-F5344CB8AC3E}">
        <p14:creationId xmlns:p14="http://schemas.microsoft.com/office/powerpoint/2010/main" val="175164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randombar(horizont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54" name="Google Shape;298;p31">
            <a:extLst>
              <a:ext uri="{FF2B5EF4-FFF2-40B4-BE49-F238E27FC236}">
                <a16:creationId xmlns:a16="http://schemas.microsoft.com/office/drawing/2014/main" id="{2430852B-8CF7-CB55-335F-D93305429BDD}"/>
              </a:ext>
            </a:extLst>
          </p:cNvPr>
          <p:cNvSpPr txBox="1">
            <a:spLocks noGrp="1"/>
          </p:cNvSpPr>
          <p:nvPr>
            <p:ph type="title"/>
          </p:nvPr>
        </p:nvSpPr>
        <p:spPr>
          <a:xfrm>
            <a:off x="2710962" y="326552"/>
            <a:ext cx="3718200" cy="5532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3600" dirty="0"/>
              <a:t>Tech Stack</a:t>
            </a:r>
            <a:endParaRPr lang="en-US" sz="3600" dirty="0"/>
          </a:p>
        </p:txBody>
      </p:sp>
      <p:sp>
        <p:nvSpPr>
          <p:cNvPr id="55" name="Google Shape;299;p31">
            <a:extLst>
              <a:ext uri="{FF2B5EF4-FFF2-40B4-BE49-F238E27FC236}">
                <a16:creationId xmlns:a16="http://schemas.microsoft.com/office/drawing/2014/main" id="{60986209-1161-5A73-D2D1-2ABB44F31681}"/>
              </a:ext>
            </a:extLst>
          </p:cNvPr>
          <p:cNvSpPr txBox="1">
            <a:spLocks/>
          </p:cNvSpPr>
          <p:nvPr/>
        </p:nvSpPr>
        <p:spPr>
          <a:xfrm>
            <a:off x="2099311" y="1287805"/>
            <a:ext cx="4951004" cy="308077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000"/>
              <a:buFont typeface="Bebas Neue"/>
              <a:buNone/>
              <a:defRPr sz="2000" b="1" i="0" u="none" strike="noStrike" cap="none">
                <a:solidFill>
                  <a:schemeClr val="dk1"/>
                </a:solidFill>
                <a:latin typeface="Cormorant Garamond"/>
                <a:ea typeface="Cormorant Garamond"/>
                <a:cs typeface="Cormorant Garamond"/>
                <a:sym typeface="Cormorant Garamond"/>
              </a:defRPr>
            </a:lvl1pPr>
            <a:lvl2pPr marL="914400" marR="0" lvl="1"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9pPr>
          </a:lstStyle>
          <a:p>
            <a:pPr marL="171450" indent="-171450" algn="l">
              <a:lnSpc>
                <a:spcPct val="150000"/>
              </a:lnSpc>
              <a:buFont typeface="Arial" panose="020B0604020202020204" pitchFamily="34" charset="0"/>
              <a:buChar char="•"/>
            </a:pPr>
            <a:r>
              <a:rPr lang="en-US" sz="1500" b="0" dirty="0">
                <a:latin typeface="Lato"/>
                <a:ea typeface="Lato"/>
                <a:cs typeface="Lato"/>
              </a:rPr>
              <a:t>Machine Learning – CNN – Image identification</a:t>
            </a:r>
          </a:p>
          <a:p>
            <a:pPr marL="742950" lvl="1" indent="-285750">
              <a:lnSpc>
                <a:spcPct val="150000"/>
              </a:lnSpc>
              <a:buFont typeface="Wingdings" panose="05000000000000000000" pitchFamily="2" charset="2"/>
              <a:buChar char="Ø"/>
            </a:pPr>
            <a:r>
              <a:rPr lang="en-US" sz="1500" dirty="0">
                <a:latin typeface="Lato"/>
                <a:ea typeface="Lato"/>
                <a:cs typeface="Lato"/>
              </a:rPr>
              <a:t>Data – Collected from </a:t>
            </a:r>
            <a:r>
              <a:rPr lang="en-US" sz="1500" dirty="0" err="1">
                <a:latin typeface="Lato"/>
                <a:ea typeface="Lato"/>
                <a:cs typeface="Lato"/>
              </a:rPr>
              <a:t>PlantVillage</a:t>
            </a:r>
            <a:endParaRPr lang="en-US" sz="1500" b="0" dirty="0">
              <a:latin typeface="Lato"/>
              <a:ea typeface="Lato"/>
              <a:cs typeface="Lato"/>
            </a:endParaRPr>
          </a:p>
          <a:p>
            <a:pPr marL="742950" lvl="1" indent="-285750">
              <a:lnSpc>
                <a:spcPct val="150000"/>
              </a:lnSpc>
              <a:buFont typeface="Wingdings" panose="05000000000000000000" pitchFamily="2" charset="2"/>
              <a:buChar char="Ø"/>
            </a:pPr>
            <a:r>
              <a:rPr lang="en-US" sz="1500" dirty="0">
                <a:latin typeface="Lato"/>
                <a:ea typeface="Lato"/>
                <a:cs typeface="Lato"/>
              </a:rPr>
              <a:t>ML API – Using Flask Backend</a:t>
            </a:r>
            <a:endParaRPr lang="en-US" sz="1500" b="0" dirty="0">
              <a:latin typeface="Lato" panose="020F0502020204030203" pitchFamily="34" charset="0"/>
              <a:ea typeface="Lato" panose="020F0502020204030203" pitchFamily="34" charset="0"/>
              <a:cs typeface="Lato" panose="020F0502020204030203" pitchFamily="34" charset="0"/>
            </a:endParaRPr>
          </a:p>
          <a:p>
            <a:pPr marL="171450" indent="-171450" algn="l">
              <a:lnSpc>
                <a:spcPct val="150000"/>
              </a:lnSpc>
              <a:buFont typeface="Arial" panose="020B0604020202020204" pitchFamily="34" charset="0"/>
              <a:buChar char="•"/>
            </a:pPr>
            <a:r>
              <a:rPr lang="en-US" sz="1500" b="0" dirty="0">
                <a:latin typeface="Lato"/>
                <a:ea typeface="Lato"/>
                <a:cs typeface="Lato"/>
              </a:rPr>
              <a:t>HTML/CSS – Frontend</a:t>
            </a:r>
          </a:p>
          <a:p>
            <a:pPr marL="171450" indent="-171450" algn="l">
              <a:lnSpc>
                <a:spcPct val="150000"/>
              </a:lnSpc>
              <a:buFont typeface="Arial" panose="020B0604020202020204" pitchFamily="34" charset="0"/>
              <a:buChar char="•"/>
            </a:pPr>
            <a:r>
              <a:rPr lang="en-US" sz="1500" b="0" dirty="0">
                <a:latin typeface="Lato"/>
                <a:ea typeface="Lato"/>
                <a:cs typeface="Lato"/>
              </a:rPr>
              <a:t>Flask - Backend</a:t>
            </a:r>
            <a:endParaRPr lang="en-US" sz="1500" b="0" dirty="0">
              <a:latin typeface="Lato" panose="020F0502020204030203" pitchFamily="34" charset="0"/>
              <a:ea typeface="Lato" panose="020F0502020204030203" pitchFamily="34" charset="0"/>
              <a:cs typeface="Lato" panose="020F0502020204030203" pitchFamily="34" charset="0"/>
            </a:endParaRPr>
          </a:p>
        </p:txBody>
      </p:sp>
      <p:pic>
        <p:nvPicPr>
          <p:cNvPr id="57" name="Google Shape;301;p31">
            <a:extLst>
              <a:ext uri="{FF2B5EF4-FFF2-40B4-BE49-F238E27FC236}">
                <a16:creationId xmlns:a16="http://schemas.microsoft.com/office/drawing/2014/main" id="{C1F20C4B-AE5F-D9B8-230C-786DED99EED9}"/>
              </a:ext>
            </a:extLst>
          </p:cNvPr>
          <p:cNvPicPr preferRelativeResize="0"/>
          <p:nvPr/>
        </p:nvPicPr>
        <p:blipFill>
          <a:blip r:embed="rId3">
            <a:alphaModFix/>
          </a:blip>
          <a:stretch>
            <a:fillRect/>
          </a:stretch>
        </p:blipFill>
        <p:spPr>
          <a:xfrm>
            <a:off x="139720" y="141458"/>
            <a:ext cx="174475" cy="179525"/>
          </a:xfrm>
          <a:prstGeom prst="rect">
            <a:avLst/>
          </a:prstGeom>
          <a:noFill/>
          <a:ln>
            <a:noFill/>
          </a:ln>
        </p:spPr>
      </p:pic>
      <p:pic>
        <p:nvPicPr>
          <p:cNvPr id="262" name="Google Shape;301;p31">
            <a:extLst>
              <a:ext uri="{FF2B5EF4-FFF2-40B4-BE49-F238E27FC236}">
                <a16:creationId xmlns:a16="http://schemas.microsoft.com/office/drawing/2014/main" id="{47C7DC33-0EA4-676B-062E-741058C64E1A}"/>
              </a:ext>
            </a:extLst>
          </p:cNvPr>
          <p:cNvPicPr preferRelativeResize="0"/>
          <p:nvPr/>
        </p:nvPicPr>
        <p:blipFill>
          <a:blip r:embed="rId3">
            <a:alphaModFix/>
          </a:blip>
          <a:stretch>
            <a:fillRect/>
          </a:stretch>
        </p:blipFill>
        <p:spPr>
          <a:xfrm>
            <a:off x="8760989" y="144898"/>
            <a:ext cx="174475" cy="179525"/>
          </a:xfrm>
          <a:prstGeom prst="rect">
            <a:avLst/>
          </a:prstGeom>
          <a:noFill/>
          <a:ln>
            <a:noFill/>
          </a:ln>
        </p:spPr>
      </p:pic>
    </p:spTree>
    <p:extLst>
      <p:ext uri="{BB962C8B-B14F-4D97-AF65-F5344CB8AC3E}">
        <p14:creationId xmlns:p14="http://schemas.microsoft.com/office/powerpoint/2010/main" val="3905295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randombar(horizontal)">
                                      <p:cBhvr>
                                        <p:cTn id="7" dur="500"/>
                                        <p:tgtEl>
                                          <p:spTgt spid="5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randombar(horizontal)">
                                      <p:cBhvr>
                                        <p:cTn id="10" dur="500"/>
                                        <p:tgtEl>
                                          <p:spTgt spid="55"/>
                                        </p:tgtEl>
                                      </p:cBhvr>
                                    </p:animEffect>
                                  </p:childTnLst>
                                </p:cTn>
                              </p:par>
                              <p:par>
                                <p:cTn id="11" presetID="14" presetClass="entr" presetSubtype="1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randombar(horizontal)">
                                      <p:cBhvr>
                                        <p:cTn id="13" dur="500"/>
                                        <p:tgtEl>
                                          <p:spTgt spid="57"/>
                                        </p:tgtEl>
                                      </p:cBhvr>
                                    </p:animEffect>
                                  </p:childTnLst>
                                </p:cTn>
                              </p:par>
                              <p:par>
                                <p:cTn id="14" presetID="14" presetClass="entr" presetSubtype="10" fill="hold" nodeType="withEffect">
                                  <p:stCondLst>
                                    <p:cond delay="0"/>
                                  </p:stCondLst>
                                  <p:childTnLst>
                                    <p:set>
                                      <p:cBhvr>
                                        <p:cTn id="15" dur="1" fill="hold">
                                          <p:stCondLst>
                                            <p:cond delay="0"/>
                                          </p:stCondLst>
                                        </p:cTn>
                                        <p:tgtEl>
                                          <p:spTgt spid="262"/>
                                        </p:tgtEl>
                                        <p:attrNameLst>
                                          <p:attrName>style.visibility</p:attrName>
                                        </p:attrNameLst>
                                      </p:cBhvr>
                                      <p:to>
                                        <p:strVal val="visible"/>
                                      </p:to>
                                    </p:set>
                                    <p:animEffect transition="in" filter="randombar(horizontal)">
                                      <p:cBhvr>
                                        <p:cTn id="16" dur="500"/>
                                        <p:tgtEl>
                                          <p:spTgt spid="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54" name="Google Shape;298;p31">
            <a:extLst>
              <a:ext uri="{FF2B5EF4-FFF2-40B4-BE49-F238E27FC236}">
                <a16:creationId xmlns:a16="http://schemas.microsoft.com/office/drawing/2014/main" id="{2430852B-8CF7-CB55-335F-D93305429BDD}"/>
              </a:ext>
            </a:extLst>
          </p:cNvPr>
          <p:cNvSpPr txBox="1">
            <a:spLocks noGrp="1"/>
          </p:cNvSpPr>
          <p:nvPr>
            <p:ph type="title"/>
          </p:nvPr>
        </p:nvSpPr>
        <p:spPr>
          <a:xfrm>
            <a:off x="1292177" y="362666"/>
            <a:ext cx="6303205" cy="553200"/>
          </a:xfrm>
          <a:prstGeom prst="rect">
            <a:avLst/>
          </a:prstGeom>
        </p:spPr>
        <p:txBody>
          <a:bodyPr spcFirstLastPara="1" wrap="square" lIns="91425" tIns="91425" rIns="91425" bIns="91425" anchor="b" anchorCtr="0">
            <a:noAutofit/>
          </a:bodyPr>
          <a:lstStyle/>
          <a:p>
            <a:pPr algn="l"/>
            <a:r>
              <a:rPr lang="en" sz="3600" dirty="0"/>
              <a:t>ML Model – Process Overview</a:t>
            </a:r>
            <a:endParaRPr sz="3600" dirty="0"/>
          </a:p>
        </p:txBody>
      </p:sp>
      <p:sp>
        <p:nvSpPr>
          <p:cNvPr id="55" name="Google Shape;299;p31">
            <a:extLst>
              <a:ext uri="{FF2B5EF4-FFF2-40B4-BE49-F238E27FC236}">
                <a16:creationId xmlns:a16="http://schemas.microsoft.com/office/drawing/2014/main" id="{60986209-1161-5A73-D2D1-2ABB44F31681}"/>
              </a:ext>
            </a:extLst>
          </p:cNvPr>
          <p:cNvSpPr txBox="1">
            <a:spLocks/>
          </p:cNvSpPr>
          <p:nvPr/>
        </p:nvSpPr>
        <p:spPr>
          <a:xfrm>
            <a:off x="800100" y="989135"/>
            <a:ext cx="7737580" cy="37018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000"/>
              <a:buFont typeface="Bebas Neue"/>
              <a:buNone/>
              <a:defRPr sz="2000" b="1" i="0" u="none" strike="noStrike" cap="none">
                <a:solidFill>
                  <a:schemeClr val="dk1"/>
                </a:solidFill>
                <a:latin typeface="Cormorant Garamond"/>
                <a:ea typeface="Cormorant Garamond"/>
                <a:cs typeface="Cormorant Garamond"/>
                <a:sym typeface="Cormorant Garamond"/>
              </a:defRPr>
            </a:lvl1pPr>
            <a:lvl2pPr marL="914400" marR="0" lvl="1"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9pPr>
          </a:lstStyle>
          <a:p>
            <a:pPr marL="342900" indent="-342900" algn="l">
              <a:lnSpc>
                <a:spcPct val="150000"/>
              </a:lnSpc>
              <a:buFont typeface="+mj-lt"/>
              <a:buAutoNum type="arabicPeriod"/>
            </a:pPr>
            <a:r>
              <a:rPr lang="en-US" sz="1500" b="0" dirty="0">
                <a:latin typeface="Lato"/>
                <a:ea typeface="Lato"/>
                <a:cs typeface="Lato"/>
              </a:rPr>
              <a:t>Dataset collection – </a:t>
            </a:r>
            <a:r>
              <a:rPr lang="en-US" sz="1500" b="0" dirty="0" err="1">
                <a:latin typeface="Lato"/>
                <a:ea typeface="Lato"/>
                <a:cs typeface="Lato"/>
              </a:rPr>
              <a:t>PlantVillage</a:t>
            </a:r>
            <a:r>
              <a:rPr lang="en-US" sz="1500" b="0" dirty="0">
                <a:latin typeface="Lato"/>
                <a:ea typeface="Lato"/>
                <a:cs typeface="Lato"/>
              </a:rPr>
              <a:t> dataset for plant diseases.</a:t>
            </a:r>
          </a:p>
          <a:p>
            <a:pPr marL="342900" indent="-342900" algn="l">
              <a:lnSpc>
                <a:spcPct val="150000"/>
              </a:lnSpc>
              <a:buFont typeface="+mj-lt"/>
              <a:buAutoNum type="arabicPeriod"/>
            </a:pPr>
            <a:r>
              <a:rPr lang="en-US" sz="1500" b="0" dirty="0">
                <a:latin typeface="Lato"/>
                <a:ea typeface="Lato"/>
                <a:cs typeface="Lato"/>
              </a:rPr>
              <a:t>Preprocessing the collected dataset.</a:t>
            </a:r>
          </a:p>
          <a:p>
            <a:pPr marL="342900" indent="-342900" algn="l">
              <a:lnSpc>
                <a:spcPct val="150000"/>
              </a:lnSpc>
              <a:buFont typeface="+mj-lt"/>
              <a:buAutoNum type="arabicPeriod"/>
            </a:pPr>
            <a:r>
              <a:rPr lang="en-US" sz="1500" b="0" dirty="0">
                <a:latin typeface="Lato"/>
                <a:ea typeface="Lato"/>
                <a:cs typeface="Lato"/>
              </a:rPr>
              <a:t>Splitting the dataset into Train, Test and Validation dataset.</a:t>
            </a:r>
          </a:p>
          <a:p>
            <a:pPr marL="342900" indent="-342900" algn="l">
              <a:lnSpc>
                <a:spcPct val="150000"/>
              </a:lnSpc>
              <a:buFont typeface="+mj-lt"/>
              <a:buAutoNum type="arabicPeriod"/>
            </a:pPr>
            <a:r>
              <a:rPr lang="en-US" sz="1500" b="0" dirty="0">
                <a:latin typeface="Lato"/>
                <a:ea typeface="Lato"/>
                <a:cs typeface="Lato"/>
              </a:rPr>
              <a:t>Transfer Learning for image classification using MobileNetV2 architecture as a base with pre-trained weights on ImageNet.</a:t>
            </a:r>
          </a:p>
          <a:p>
            <a:pPr marL="342900" indent="-342900" algn="l">
              <a:lnSpc>
                <a:spcPct val="150000"/>
              </a:lnSpc>
              <a:buFont typeface="+mj-lt"/>
              <a:buAutoNum type="arabicPeriod"/>
            </a:pPr>
            <a:r>
              <a:rPr lang="en-US" sz="1500" b="0" dirty="0">
                <a:latin typeface="Lato"/>
                <a:ea typeface="Lato"/>
                <a:cs typeface="Lato"/>
              </a:rPr>
              <a:t>Training the model – Epochs: 5</a:t>
            </a:r>
          </a:p>
          <a:p>
            <a:pPr marL="342900" indent="-342900" algn="l">
              <a:lnSpc>
                <a:spcPct val="150000"/>
              </a:lnSpc>
              <a:buFont typeface="+mj-lt"/>
              <a:buAutoNum type="arabicPeriod"/>
            </a:pPr>
            <a:r>
              <a:rPr lang="en-US" sz="1500" b="0" dirty="0">
                <a:latin typeface="Lato"/>
                <a:ea typeface="Lato"/>
                <a:cs typeface="Lato"/>
              </a:rPr>
              <a:t>Checking the model’s performance on the validation and test dataset by checking the accuracy of the model.</a:t>
            </a:r>
          </a:p>
          <a:p>
            <a:pPr marL="342900" indent="-342900" algn="l">
              <a:lnSpc>
                <a:spcPct val="150000"/>
              </a:lnSpc>
              <a:buFont typeface="+mj-lt"/>
              <a:buAutoNum type="arabicPeriod"/>
            </a:pPr>
            <a:r>
              <a:rPr lang="en-US" sz="1500" b="0" dirty="0">
                <a:latin typeface="Lato"/>
                <a:ea typeface="Lato"/>
                <a:cs typeface="Lato"/>
              </a:rPr>
              <a:t>Testing the model for various images.</a:t>
            </a:r>
          </a:p>
          <a:p>
            <a:pPr marL="342900" indent="-342900" algn="l">
              <a:lnSpc>
                <a:spcPct val="150000"/>
              </a:lnSpc>
              <a:buAutoNum type="arabicPeriod"/>
            </a:pPr>
            <a:r>
              <a:rPr lang="en-US" sz="1500" b="0" dirty="0">
                <a:latin typeface="Lato"/>
                <a:ea typeface="Lato"/>
                <a:cs typeface="Lato"/>
              </a:rPr>
              <a:t>Saving the trained model.</a:t>
            </a:r>
            <a:endParaRPr lang="en-US" sz="1500" b="0" dirty="0">
              <a:latin typeface="Lato" panose="020F0502020204030203" pitchFamily="34" charset="0"/>
              <a:ea typeface="Lato" panose="020F0502020204030203" pitchFamily="34" charset="0"/>
              <a:cs typeface="Lato" panose="020F0502020204030203" pitchFamily="34" charset="0"/>
            </a:endParaRPr>
          </a:p>
        </p:txBody>
      </p:sp>
      <p:pic>
        <p:nvPicPr>
          <p:cNvPr id="2" name="Google Shape;301;p31">
            <a:extLst>
              <a:ext uri="{FF2B5EF4-FFF2-40B4-BE49-F238E27FC236}">
                <a16:creationId xmlns:a16="http://schemas.microsoft.com/office/drawing/2014/main" id="{4B6125A3-8AF9-CDB8-0C7D-7688DFE9E340}"/>
              </a:ext>
            </a:extLst>
          </p:cNvPr>
          <p:cNvPicPr preferRelativeResize="0"/>
          <p:nvPr/>
        </p:nvPicPr>
        <p:blipFill>
          <a:blip r:embed="rId3">
            <a:alphaModFix/>
          </a:blip>
          <a:stretch>
            <a:fillRect/>
          </a:stretch>
        </p:blipFill>
        <p:spPr>
          <a:xfrm>
            <a:off x="139720" y="141458"/>
            <a:ext cx="174475" cy="179525"/>
          </a:xfrm>
          <a:prstGeom prst="rect">
            <a:avLst/>
          </a:prstGeom>
          <a:noFill/>
          <a:ln>
            <a:noFill/>
          </a:ln>
        </p:spPr>
      </p:pic>
      <p:pic>
        <p:nvPicPr>
          <p:cNvPr id="3" name="Google Shape;301;p31">
            <a:extLst>
              <a:ext uri="{FF2B5EF4-FFF2-40B4-BE49-F238E27FC236}">
                <a16:creationId xmlns:a16="http://schemas.microsoft.com/office/drawing/2014/main" id="{A9D8AABB-257F-3E9C-851A-CDBD7FCA6B2C}"/>
              </a:ext>
            </a:extLst>
          </p:cNvPr>
          <p:cNvPicPr preferRelativeResize="0"/>
          <p:nvPr/>
        </p:nvPicPr>
        <p:blipFill>
          <a:blip r:embed="rId3">
            <a:alphaModFix/>
          </a:blip>
          <a:stretch>
            <a:fillRect/>
          </a:stretch>
        </p:blipFill>
        <p:spPr>
          <a:xfrm>
            <a:off x="8760989" y="144898"/>
            <a:ext cx="174475" cy="179525"/>
          </a:xfrm>
          <a:prstGeom prst="rect">
            <a:avLst/>
          </a:prstGeom>
          <a:noFill/>
          <a:ln>
            <a:noFill/>
          </a:ln>
        </p:spPr>
      </p:pic>
    </p:spTree>
    <p:extLst>
      <p:ext uri="{BB962C8B-B14F-4D97-AF65-F5344CB8AC3E}">
        <p14:creationId xmlns:p14="http://schemas.microsoft.com/office/powerpoint/2010/main" val="395721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randombar(horizontal)">
                                      <p:cBhvr>
                                        <p:cTn id="7" dur="500"/>
                                        <p:tgtEl>
                                          <p:spTgt spid="5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randombar(horizontal)">
                                      <p:cBhvr>
                                        <p:cTn id="10" dur="500"/>
                                        <p:tgtEl>
                                          <p:spTgt spid="55"/>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randombar(horizontal)">
                                      <p:cBhvr>
                                        <p:cTn id="13" dur="500"/>
                                        <p:tgtEl>
                                          <p:spTgt spid="2"/>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randombar(horizontal)">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54" name="Google Shape;298;p31">
            <a:extLst>
              <a:ext uri="{FF2B5EF4-FFF2-40B4-BE49-F238E27FC236}">
                <a16:creationId xmlns:a16="http://schemas.microsoft.com/office/drawing/2014/main" id="{2430852B-8CF7-CB55-335F-D93305429BDD}"/>
              </a:ext>
            </a:extLst>
          </p:cNvPr>
          <p:cNvSpPr txBox="1">
            <a:spLocks noGrp="1"/>
          </p:cNvSpPr>
          <p:nvPr>
            <p:ph type="title"/>
          </p:nvPr>
        </p:nvSpPr>
        <p:spPr>
          <a:xfrm>
            <a:off x="1797734" y="244491"/>
            <a:ext cx="5541205" cy="553200"/>
          </a:xfrm>
          <a:prstGeom prst="rect">
            <a:avLst/>
          </a:prstGeom>
        </p:spPr>
        <p:txBody>
          <a:bodyPr spcFirstLastPara="1" wrap="square" lIns="91425" tIns="91425" rIns="91425" bIns="91425" anchor="b" anchorCtr="0">
            <a:noAutofit/>
          </a:bodyPr>
          <a:lstStyle/>
          <a:p>
            <a:r>
              <a:rPr lang="en" sz="3600" dirty="0"/>
              <a:t>Result and Analysis</a:t>
            </a:r>
            <a:endParaRPr lang="en-US" sz="3600" dirty="0"/>
          </a:p>
        </p:txBody>
      </p:sp>
      <p:pic>
        <p:nvPicPr>
          <p:cNvPr id="2" name="Picture 2" descr="Chart, line chart&#10;&#10;Description automatically generated">
            <a:extLst>
              <a:ext uri="{FF2B5EF4-FFF2-40B4-BE49-F238E27FC236}">
                <a16:creationId xmlns:a16="http://schemas.microsoft.com/office/drawing/2014/main" id="{F631C696-A594-E7F0-7349-2A18C164D10B}"/>
              </a:ext>
            </a:extLst>
          </p:cNvPr>
          <p:cNvPicPr>
            <a:picLocks noChangeAspect="1"/>
          </p:cNvPicPr>
          <p:nvPr/>
        </p:nvPicPr>
        <p:blipFill>
          <a:blip r:embed="rId3"/>
          <a:stretch>
            <a:fillRect/>
          </a:stretch>
        </p:blipFill>
        <p:spPr>
          <a:xfrm>
            <a:off x="4988171" y="2037800"/>
            <a:ext cx="3446584" cy="2731110"/>
          </a:xfrm>
          <a:prstGeom prst="rect">
            <a:avLst/>
          </a:prstGeom>
        </p:spPr>
      </p:pic>
      <p:pic>
        <p:nvPicPr>
          <p:cNvPr id="3" name="Picture 3" descr="Chart, line chart&#10;&#10;Description automatically generated">
            <a:extLst>
              <a:ext uri="{FF2B5EF4-FFF2-40B4-BE49-F238E27FC236}">
                <a16:creationId xmlns:a16="http://schemas.microsoft.com/office/drawing/2014/main" id="{92CCAD32-0547-5F49-78B0-1F8F71916B0E}"/>
              </a:ext>
            </a:extLst>
          </p:cNvPr>
          <p:cNvPicPr>
            <a:picLocks noChangeAspect="1"/>
          </p:cNvPicPr>
          <p:nvPr/>
        </p:nvPicPr>
        <p:blipFill>
          <a:blip r:embed="rId4"/>
          <a:stretch>
            <a:fillRect/>
          </a:stretch>
        </p:blipFill>
        <p:spPr>
          <a:xfrm>
            <a:off x="731227" y="2035256"/>
            <a:ext cx="3409950" cy="2736198"/>
          </a:xfrm>
          <a:prstGeom prst="rect">
            <a:avLst/>
          </a:prstGeom>
        </p:spPr>
      </p:pic>
      <p:pic>
        <p:nvPicPr>
          <p:cNvPr id="4" name="Picture 4" descr="Text&#10;&#10;Description automatically generated">
            <a:extLst>
              <a:ext uri="{FF2B5EF4-FFF2-40B4-BE49-F238E27FC236}">
                <a16:creationId xmlns:a16="http://schemas.microsoft.com/office/drawing/2014/main" id="{66DEA996-FA25-4F4A-6C68-D9251CB2F1C4}"/>
              </a:ext>
            </a:extLst>
          </p:cNvPr>
          <p:cNvPicPr>
            <a:picLocks noChangeAspect="1"/>
          </p:cNvPicPr>
          <p:nvPr/>
        </p:nvPicPr>
        <p:blipFill>
          <a:blip r:embed="rId5"/>
          <a:stretch>
            <a:fillRect/>
          </a:stretch>
        </p:blipFill>
        <p:spPr>
          <a:xfrm>
            <a:off x="1485900" y="967936"/>
            <a:ext cx="6040316" cy="738455"/>
          </a:xfrm>
          <a:prstGeom prst="rect">
            <a:avLst/>
          </a:prstGeom>
        </p:spPr>
      </p:pic>
      <p:pic>
        <p:nvPicPr>
          <p:cNvPr id="7" name="Google Shape;301;p31">
            <a:extLst>
              <a:ext uri="{FF2B5EF4-FFF2-40B4-BE49-F238E27FC236}">
                <a16:creationId xmlns:a16="http://schemas.microsoft.com/office/drawing/2014/main" id="{2CE7E506-58C4-0703-A972-C3EB5C29503C}"/>
              </a:ext>
            </a:extLst>
          </p:cNvPr>
          <p:cNvPicPr preferRelativeResize="0"/>
          <p:nvPr/>
        </p:nvPicPr>
        <p:blipFill>
          <a:blip r:embed="rId6">
            <a:alphaModFix/>
          </a:blip>
          <a:stretch>
            <a:fillRect/>
          </a:stretch>
        </p:blipFill>
        <p:spPr>
          <a:xfrm>
            <a:off x="139720" y="141458"/>
            <a:ext cx="174475" cy="179525"/>
          </a:xfrm>
          <a:prstGeom prst="rect">
            <a:avLst/>
          </a:prstGeom>
          <a:noFill/>
          <a:ln>
            <a:noFill/>
          </a:ln>
        </p:spPr>
      </p:pic>
      <p:pic>
        <p:nvPicPr>
          <p:cNvPr id="8" name="Google Shape;301;p31">
            <a:extLst>
              <a:ext uri="{FF2B5EF4-FFF2-40B4-BE49-F238E27FC236}">
                <a16:creationId xmlns:a16="http://schemas.microsoft.com/office/drawing/2014/main" id="{4C72CEDE-D300-93A0-B4EA-19BF676231DC}"/>
              </a:ext>
            </a:extLst>
          </p:cNvPr>
          <p:cNvPicPr preferRelativeResize="0"/>
          <p:nvPr/>
        </p:nvPicPr>
        <p:blipFill>
          <a:blip r:embed="rId6">
            <a:alphaModFix/>
          </a:blip>
          <a:stretch>
            <a:fillRect/>
          </a:stretch>
        </p:blipFill>
        <p:spPr>
          <a:xfrm>
            <a:off x="8760989" y="144898"/>
            <a:ext cx="174475" cy="179525"/>
          </a:xfrm>
          <a:prstGeom prst="rect">
            <a:avLst/>
          </a:prstGeom>
          <a:noFill/>
          <a:ln>
            <a:noFill/>
          </a:ln>
        </p:spPr>
      </p:pic>
    </p:spTree>
    <p:extLst>
      <p:ext uri="{BB962C8B-B14F-4D97-AF65-F5344CB8AC3E}">
        <p14:creationId xmlns:p14="http://schemas.microsoft.com/office/powerpoint/2010/main" val="1503858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randombar(horizontal)">
                                      <p:cBhvr>
                                        <p:cTn id="7" dur="500"/>
                                        <p:tgtEl>
                                          <p:spTgt spid="54"/>
                                        </p:tgtEl>
                                      </p:cBhvr>
                                    </p:animEffect>
                                  </p:childTnLst>
                                </p:cTn>
                              </p:par>
                              <p:par>
                                <p:cTn id="8" presetID="14"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randombar(horizontal)">
                                      <p:cBhvr>
                                        <p:cTn id="10" dur="500"/>
                                        <p:tgtEl>
                                          <p:spTgt spid="2"/>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randombar(horizontal)">
                                      <p:cBhvr>
                                        <p:cTn id="13" dur="500"/>
                                        <p:tgtEl>
                                          <p:spTgt spid="3"/>
                                        </p:tgtEl>
                                      </p:cBhvr>
                                    </p:animEffect>
                                  </p:childTnLst>
                                </p:cTn>
                              </p:par>
                              <p:par>
                                <p:cTn id="14" presetID="14" presetClass="entr" presetSubtype="1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randombar(horizontal)">
                                      <p:cBhvr>
                                        <p:cTn id="16" dur="500"/>
                                        <p:tgtEl>
                                          <p:spTgt spid="4"/>
                                        </p:tgtEl>
                                      </p:cBhvr>
                                    </p:animEffect>
                                  </p:childTnLst>
                                </p:cTn>
                              </p:par>
                              <p:par>
                                <p:cTn id="17" presetID="14" presetClass="entr" presetSubtype="1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randombar(horizontal)">
                                      <p:cBhvr>
                                        <p:cTn id="19" dur="500"/>
                                        <p:tgtEl>
                                          <p:spTgt spid="7"/>
                                        </p:tgtEl>
                                      </p:cBhvr>
                                    </p:animEffect>
                                  </p:childTnLst>
                                </p:cTn>
                              </p:par>
                              <p:par>
                                <p:cTn id="20" presetID="14" presetClass="entr" presetSubtype="1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54" name="Google Shape;298;p31">
            <a:extLst>
              <a:ext uri="{FF2B5EF4-FFF2-40B4-BE49-F238E27FC236}">
                <a16:creationId xmlns:a16="http://schemas.microsoft.com/office/drawing/2014/main" id="{2430852B-8CF7-CB55-335F-D93305429BDD}"/>
              </a:ext>
            </a:extLst>
          </p:cNvPr>
          <p:cNvSpPr txBox="1">
            <a:spLocks noGrp="1"/>
          </p:cNvSpPr>
          <p:nvPr>
            <p:ph type="title"/>
          </p:nvPr>
        </p:nvSpPr>
        <p:spPr>
          <a:xfrm>
            <a:off x="1333501" y="289917"/>
            <a:ext cx="6297276" cy="553200"/>
          </a:xfrm>
          <a:prstGeom prst="rect">
            <a:avLst/>
          </a:prstGeom>
        </p:spPr>
        <p:txBody>
          <a:bodyPr spcFirstLastPara="1" wrap="square" lIns="91425" tIns="91425" rIns="91425" bIns="91425" anchor="b" anchorCtr="0">
            <a:noAutofit/>
          </a:bodyPr>
          <a:lstStyle/>
          <a:p>
            <a:r>
              <a:rPr lang="en" sz="3600" dirty="0"/>
              <a:t>Model Integration and Flow</a:t>
            </a:r>
            <a:endParaRPr lang="en-US" dirty="0"/>
          </a:p>
        </p:txBody>
      </p:sp>
      <p:sp>
        <p:nvSpPr>
          <p:cNvPr id="55" name="Google Shape;299;p31">
            <a:extLst>
              <a:ext uri="{FF2B5EF4-FFF2-40B4-BE49-F238E27FC236}">
                <a16:creationId xmlns:a16="http://schemas.microsoft.com/office/drawing/2014/main" id="{60986209-1161-5A73-D2D1-2ABB44F31681}"/>
              </a:ext>
            </a:extLst>
          </p:cNvPr>
          <p:cNvSpPr txBox="1">
            <a:spLocks/>
          </p:cNvSpPr>
          <p:nvPr/>
        </p:nvSpPr>
        <p:spPr>
          <a:xfrm>
            <a:off x="1058887" y="1287805"/>
            <a:ext cx="7962369" cy="26558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000"/>
              <a:buFont typeface="Bebas Neue"/>
              <a:buNone/>
              <a:defRPr sz="2000" b="1" i="0" u="none" strike="noStrike" cap="none">
                <a:solidFill>
                  <a:schemeClr val="dk1"/>
                </a:solidFill>
                <a:latin typeface="Cormorant Garamond"/>
                <a:ea typeface="Cormorant Garamond"/>
                <a:cs typeface="Cormorant Garamond"/>
                <a:sym typeface="Cormorant Garamond"/>
              </a:defRPr>
            </a:lvl1pPr>
            <a:lvl2pPr marL="914400" marR="0" lvl="1"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9pPr>
          </a:lstStyle>
          <a:p>
            <a:pPr marL="171450" indent="-171450" algn="l">
              <a:lnSpc>
                <a:spcPct val="150000"/>
              </a:lnSpc>
              <a:buFont typeface="Arial" panose="020B0604020202020204" pitchFamily="34" charset="0"/>
              <a:buChar char="•"/>
            </a:pPr>
            <a:endParaRPr lang="en-US" sz="1400" b="0">
              <a:latin typeface="Lato" panose="020F0502020204030203" pitchFamily="34" charset="0"/>
              <a:ea typeface="Lato" panose="020F0502020204030203" pitchFamily="34" charset="0"/>
              <a:cs typeface="Lato" panose="020F0502020204030203" pitchFamily="34" charset="0"/>
            </a:endParaRPr>
          </a:p>
        </p:txBody>
      </p:sp>
      <p:pic>
        <p:nvPicPr>
          <p:cNvPr id="57" name="Google Shape;301;p31">
            <a:extLst>
              <a:ext uri="{FF2B5EF4-FFF2-40B4-BE49-F238E27FC236}">
                <a16:creationId xmlns:a16="http://schemas.microsoft.com/office/drawing/2014/main" id="{C1F20C4B-AE5F-D9B8-230C-786DED99EED9}"/>
              </a:ext>
            </a:extLst>
          </p:cNvPr>
          <p:cNvPicPr preferRelativeResize="0"/>
          <p:nvPr/>
        </p:nvPicPr>
        <p:blipFill>
          <a:blip r:embed="rId3">
            <a:alphaModFix/>
          </a:blip>
          <a:stretch>
            <a:fillRect/>
          </a:stretch>
        </p:blipFill>
        <p:spPr>
          <a:xfrm>
            <a:off x="139720" y="141458"/>
            <a:ext cx="174475" cy="179525"/>
          </a:xfrm>
          <a:prstGeom prst="rect">
            <a:avLst/>
          </a:prstGeom>
          <a:noFill/>
          <a:ln>
            <a:noFill/>
          </a:ln>
        </p:spPr>
      </p:pic>
      <p:pic>
        <p:nvPicPr>
          <p:cNvPr id="262" name="Google Shape;301;p31">
            <a:extLst>
              <a:ext uri="{FF2B5EF4-FFF2-40B4-BE49-F238E27FC236}">
                <a16:creationId xmlns:a16="http://schemas.microsoft.com/office/drawing/2014/main" id="{47C7DC33-0EA4-676B-062E-741058C64E1A}"/>
              </a:ext>
            </a:extLst>
          </p:cNvPr>
          <p:cNvPicPr preferRelativeResize="0"/>
          <p:nvPr/>
        </p:nvPicPr>
        <p:blipFill>
          <a:blip r:embed="rId3">
            <a:alphaModFix/>
          </a:blip>
          <a:stretch>
            <a:fillRect/>
          </a:stretch>
        </p:blipFill>
        <p:spPr>
          <a:xfrm>
            <a:off x="8760989" y="144898"/>
            <a:ext cx="174475" cy="179525"/>
          </a:xfrm>
          <a:prstGeom prst="rect">
            <a:avLst/>
          </a:prstGeom>
          <a:noFill/>
          <a:ln>
            <a:noFill/>
          </a:ln>
        </p:spPr>
      </p:pic>
      <p:sp>
        <p:nvSpPr>
          <p:cNvPr id="3" name="Google Shape;299;p31">
            <a:extLst>
              <a:ext uri="{FF2B5EF4-FFF2-40B4-BE49-F238E27FC236}">
                <a16:creationId xmlns:a16="http://schemas.microsoft.com/office/drawing/2014/main" id="{8F42F4EF-673C-0683-DDAF-497392C0531C}"/>
              </a:ext>
            </a:extLst>
          </p:cNvPr>
          <p:cNvSpPr txBox="1">
            <a:spLocks/>
          </p:cNvSpPr>
          <p:nvPr/>
        </p:nvSpPr>
        <p:spPr>
          <a:xfrm>
            <a:off x="704850" y="1260231"/>
            <a:ext cx="7737580" cy="26833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000"/>
              <a:buFont typeface="Bebas Neue"/>
              <a:buNone/>
              <a:defRPr sz="2000" b="1" i="0" u="none" strike="noStrike" cap="none">
                <a:solidFill>
                  <a:schemeClr val="dk1"/>
                </a:solidFill>
                <a:latin typeface="Cormorant Garamond"/>
                <a:ea typeface="Cormorant Garamond"/>
                <a:cs typeface="Cormorant Garamond"/>
                <a:sym typeface="Cormorant Garamond"/>
              </a:defRPr>
            </a:lvl1pPr>
            <a:lvl2pPr marL="914400" marR="0" lvl="1"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9pPr>
          </a:lstStyle>
          <a:p>
            <a:pPr marL="342900" indent="-342900" algn="l">
              <a:lnSpc>
                <a:spcPct val="150000"/>
              </a:lnSpc>
              <a:buFont typeface="+mj-lt"/>
              <a:buAutoNum type="arabicPeriod"/>
            </a:pPr>
            <a:r>
              <a:rPr lang="en-US" sz="1500" b="0" err="1">
                <a:latin typeface="Lato"/>
                <a:ea typeface="Lato"/>
                <a:cs typeface="Lato"/>
              </a:rPr>
              <a:t>FastAPI</a:t>
            </a:r>
            <a:r>
              <a:rPr lang="en-US" sz="1500" b="0" dirty="0">
                <a:latin typeface="Lato"/>
                <a:ea typeface="Lato"/>
                <a:cs typeface="Lato"/>
              </a:rPr>
              <a:t> is used to load the saved ML model and serve as an API</a:t>
            </a:r>
          </a:p>
          <a:p>
            <a:pPr marL="342900" indent="-342900" algn="l">
              <a:lnSpc>
                <a:spcPct val="150000"/>
              </a:lnSpc>
              <a:buAutoNum type="arabicPeriod"/>
            </a:pPr>
            <a:r>
              <a:rPr lang="en-US" sz="1500" b="0" dirty="0">
                <a:latin typeface="Lato"/>
                <a:ea typeface="Lato"/>
                <a:cs typeface="Lato"/>
              </a:rPr>
              <a:t>The image uploaded by the user is fed to the ML model over the API</a:t>
            </a:r>
          </a:p>
          <a:p>
            <a:pPr marL="342900" indent="-342900" algn="l">
              <a:lnSpc>
                <a:spcPct val="150000"/>
              </a:lnSpc>
              <a:buAutoNum type="arabicPeriod"/>
            </a:pPr>
            <a:r>
              <a:rPr lang="en-US" sz="1500" b="0" dirty="0">
                <a:latin typeface="Lato"/>
                <a:ea typeface="Lato"/>
                <a:cs typeface="Lato"/>
              </a:rPr>
              <a:t>The model predicts and returns the name of the corresponding disease</a:t>
            </a:r>
          </a:p>
          <a:p>
            <a:pPr marL="342900" indent="-342900" algn="l">
              <a:lnSpc>
                <a:spcPct val="150000"/>
              </a:lnSpc>
              <a:buAutoNum type="arabicPeriod"/>
            </a:pPr>
            <a:r>
              <a:rPr lang="en-US" sz="1500" b="0" dirty="0">
                <a:latin typeface="Lato"/>
                <a:ea typeface="Lato"/>
                <a:cs typeface="Lato"/>
              </a:rPr>
              <a:t>The returned disease name is used to fetch data from MongoDB</a:t>
            </a:r>
          </a:p>
          <a:p>
            <a:pPr marL="342900" indent="-342900" algn="l">
              <a:lnSpc>
                <a:spcPct val="150000"/>
              </a:lnSpc>
              <a:buAutoNum type="arabicPeriod"/>
            </a:pPr>
            <a:r>
              <a:rPr lang="en-US" sz="1500" b="0" dirty="0">
                <a:latin typeface="Lato"/>
                <a:ea typeface="Lato"/>
                <a:cs typeface="Lato"/>
              </a:rPr>
              <a:t>The fetched data is displayed to the user </a:t>
            </a:r>
            <a:endParaRPr lang="en-US" sz="1500" b="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422861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randombar(horizontal)">
                                      <p:cBhvr>
                                        <p:cTn id="7" dur="500"/>
                                        <p:tgtEl>
                                          <p:spTgt spid="54"/>
                                        </p:tgtEl>
                                      </p:cBhvr>
                                    </p:animEffect>
                                  </p:childTnLst>
                                </p:cTn>
                              </p:par>
                              <p:par>
                                <p:cTn id="8" presetID="14" presetClass="entr" presetSubtype="10" fill="hold" grpId="0" nodeType="withEffect" nodePh="1">
                                  <p:stCondLst>
                                    <p:cond delay="0"/>
                                  </p:stCondLst>
                                  <p:endCondLst>
                                    <p:cond evt="begin" delay="0">
                                      <p:tn val="8"/>
                                    </p:cond>
                                  </p:endCondLst>
                                  <p:childTnLst>
                                    <p:set>
                                      <p:cBhvr>
                                        <p:cTn id="9" dur="1" fill="hold">
                                          <p:stCondLst>
                                            <p:cond delay="0"/>
                                          </p:stCondLst>
                                        </p:cTn>
                                        <p:tgtEl>
                                          <p:spTgt spid="55"/>
                                        </p:tgtEl>
                                        <p:attrNameLst>
                                          <p:attrName>style.visibility</p:attrName>
                                        </p:attrNameLst>
                                      </p:cBhvr>
                                      <p:to>
                                        <p:strVal val="visible"/>
                                      </p:to>
                                    </p:set>
                                    <p:animEffect transition="in" filter="randombar(horizontal)">
                                      <p:cBhvr>
                                        <p:cTn id="10" dur="500"/>
                                        <p:tgtEl>
                                          <p:spTgt spid="55"/>
                                        </p:tgtEl>
                                      </p:cBhvr>
                                    </p:animEffect>
                                  </p:childTnLst>
                                </p:cTn>
                              </p:par>
                              <p:par>
                                <p:cTn id="11" presetID="14" presetClass="entr" presetSubtype="1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randombar(horizontal)">
                                      <p:cBhvr>
                                        <p:cTn id="13" dur="500"/>
                                        <p:tgtEl>
                                          <p:spTgt spid="57"/>
                                        </p:tgtEl>
                                      </p:cBhvr>
                                    </p:animEffect>
                                  </p:childTnLst>
                                </p:cTn>
                              </p:par>
                              <p:par>
                                <p:cTn id="14" presetID="14" presetClass="entr" presetSubtype="10" fill="hold" nodeType="withEffect">
                                  <p:stCondLst>
                                    <p:cond delay="0"/>
                                  </p:stCondLst>
                                  <p:childTnLst>
                                    <p:set>
                                      <p:cBhvr>
                                        <p:cTn id="15" dur="1" fill="hold">
                                          <p:stCondLst>
                                            <p:cond delay="0"/>
                                          </p:stCondLst>
                                        </p:cTn>
                                        <p:tgtEl>
                                          <p:spTgt spid="262"/>
                                        </p:tgtEl>
                                        <p:attrNameLst>
                                          <p:attrName>style.visibility</p:attrName>
                                        </p:attrNameLst>
                                      </p:cBhvr>
                                      <p:to>
                                        <p:strVal val="visible"/>
                                      </p:to>
                                    </p:set>
                                    <p:animEffect transition="in" filter="randombar(horizontal)">
                                      <p:cBhvr>
                                        <p:cTn id="16" dur="500"/>
                                        <p:tgtEl>
                                          <p:spTgt spid="262"/>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randombar(horizontal)">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6" name="Google Shape;273;p29">
            <a:extLst>
              <a:ext uri="{FF2B5EF4-FFF2-40B4-BE49-F238E27FC236}">
                <a16:creationId xmlns:a16="http://schemas.microsoft.com/office/drawing/2014/main" id="{90368FF5-B704-4C1C-0C5E-214F0E839A50}"/>
              </a:ext>
            </a:extLst>
          </p:cNvPr>
          <p:cNvSpPr txBox="1">
            <a:spLocks noGrp="1"/>
          </p:cNvSpPr>
          <p:nvPr>
            <p:ph type="title"/>
          </p:nvPr>
        </p:nvSpPr>
        <p:spPr>
          <a:xfrm>
            <a:off x="614078" y="16202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PREDICTION PAGE</a:t>
            </a:r>
            <a:endParaRPr b="1"/>
          </a:p>
        </p:txBody>
      </p:sp>
      <p:sp>
        <p:nvSpPr>
          <p:cNvPr id="4" name="Google Shape;299;p31">
            <a:extLst>
              <a:ext uri="{FF2B5EF4-FFF2-40B4-BE49-F238E27FC236}">
                <a16:creationId xmlns:a16="http://schemas.microsoft.com/office/drawing/2014/main" id="{144A1362-7C00-2C26-6132-B298A43DFF13}"/>
              </a:ext>
            </a:extLst>
          </p:cNvPr>
          <p:cNvSpPr txBox="1">
            <a:spLocks/>
          </p:cNvSpPr>
          <p:nvPr/>
        </p:nvSpPr>
        <p:spPr>
          <a:xfrm>
            <a:off x="747878" y="1570350"/>
            <a:ext cx="3718200" cy="2002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000"/>
              <a:buFont typeface="Bebas Neue"/>
              <a:buNone/>
              <a:defRPr sz="2000" b="1" i="0" u="none" strike="noStrike" cap="none">
                <a:solidFill>
                  <a:schemeClr val="dk1"/>
                </a:solidFill>
                <a:latin typeface="Cormorant Garamond"/>
                <a:ea typeface="Cormorant Garamond"/>
                <a:cs typeface="Cormorant Garamond"/>
                <a:sym typeface="Cormorant Garamond"/>
              </a:defRPr>
            </a:lvl1pPr>
            <a:lvl2pPr marL="914400" marR="0" lvl="1"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9pPr>
          </a:lstStyle>
          <a:p>
            <a:pPr marL="342900" indent="-342900" algn="l">
              <a:buFont typeface="+mj-lt"/>
              <a:buAutoNum type="arabicPeriod"/>
            </a:pPr>
            <a:r>
              <a:rPr lang="en-US" sz="1400" dirty="0">
                <a:latin typeface="Lato" panose="020F0502020204030203" pitchFamily="34" charset="0"/>
                <a:ea typeface="Lato" panose="020F0502020204030203" pitchFamily="34" charset="0"/>
                <a:cs typeface="Lato" panose="020F0502020204030203" pitchFamily="34" charset="0"/>
              </a:rPr>
              <a:t>Capture and save the image of leaf</a:t>
            </a:r>
          </a:p>
          <a:p>
            <a:pPr marL="342900" indent="-342900" algn="l">
              <a:buFont typeface="+mj-lt"/>
              <a:buAutoNum type="arabicPeriod"/>
            </a:pPr>
            <a:endParaRPr lang="en-US" sz="1400" dirty="0">
              <a:latin typeface="Lato" panose="020F0502020204030203" pitchFamily="34" charset="0"/>
              <a:ea typeface="Lato" panose="020F0502020204030203" pitchFamily="34" charset="0"/>
              <a:cs typeface="Lato" panose="020F0502020204030203" pitchFamily="34" charset="0"/>
            </a:endParaRPr>
          </a:p>
          <a:p>
            <a:pPr marL="342900" indent="-342900" algn="l">
              <a:buFont typeface="+mj-lt"/>
              <a:buAutoNum type="arabicPeriod"/>
            </a:pPr>
            <a:r>
              <a:rPr lang="en-US" sz="1400" dirty="0">
                <a:latin typeface="Lato" panose="020F0502020204030203" pitchFamily="34" charset="0"/>
                <a:ea typeface="Lato" panose="020F0502020204030203" pitchFamily="34" charset="0"/>
                <a:cs typeface="Lato" panose="020F0502020204030203" pitchFamily="34" charset="0"/>
              </a:rPr>
              <a:t>Simply drag and drop the image 	         or 		          Click inside the box to browse</a:t>
            </a:r>
          </a:p>
          <a:p>
            <a:pPr marL="342900" indent="-342900" algn="l">
              <a:buFont typeface="+mj-lt"/>
              <a:buAutoNum type="arabicPeriod"/>
            </a:pPr>
            <a:endParaRPr lang="en-US" sz="1400" dirty="0">
              <a:latin typeface="Lato" panose="020F0502020204030203" pitchFamily="34" charset="0"/>
              <a:ea typeface="Lato" panose="020F0502020204030203" pitchFamily="34" charset="0"/>
              <a:cs typeface="Lato" panose="020F0502020204030203" pitchFamily="34" charset="0"/>
            </a:endParaRPr>
          </a:p>
          <a:p>
            <a:pPr marL="342900" indent="-342900" algn="l">
              <a:buFont typeface="+mj-lt"/>
              <a:buAutoNum type="arabicPeriod"/>
            </a:pPr>
            <a:r>
              <a:rPr lang="en-US" sz="1400" dirty="0">
                <a:latin typeface="Lato" panose="020F0502020204030203" pitchFamily="34" charset="0"/>
                <a:ea typeface="Lato" panose="020F0502020204030203" pitchFamily="34" charset="0"/>
                <a:cs typeface="Lato" panose="020F0502020204030203" pitchFamily="34" charset="0"/>
              </a:rPr>
              <a:t>Click on the predict button to get the result.</a:t>
            </a:r>
          </a:p>
          <a:p>
            <a:pPr marL="342900" indent="-342900" algn="l">
              <a:buFont typeface="+mj-lt"/>
              <a:buAutoNum type="arabicPeriod"/>
            </a:pPr>
            <a:endParaRPr lang="en-US" sz="1400" dirty="0">
              <a:latin typeface="Lato" panose="020F0502020204030203" pitchFamily="34" charset="0"/>
              <a:ea typeface="Lato" panose="020F0502020204030203" pitchFamily="34" charset="0"/>
              <a:cs typeface="Lato" panose="020F0502020204030203" pitchFamily="34" charset="0"/>
            </a:endParaRPr>
          </a:p>
          <a:p>
            <a:pPr marL="342900" indent="-342900" algn="l">
              <a:buFont typeface="+mj-lt"/>
              <a:buAutoNum type="arabicPeriod"/>
            </a:pPr>
            <a:endParaRPr lang="en-US" sz="1400" dirty="0">
              <a:latin typeface="Lato" panose="020F0502020204030203" pitchFamily="34" charset="0"/>
              <a:ea typeface="Lato" panose="020F0502020204030203" pitchFamily="34" charset="0"/>
              <a:cs typeface="Lato" panose="020F0502020204030203" pitchFamily="34" charset="0"/>
            </a:endParaRPr>
          </a:p>
        </p:txBody>
      </p:sp>
      <p:pic>
        <p:nvPicPr>
          <p:cNvPr id="2" name="Google Shape;301;p31">
            <a:extLst>
              <a:ext uri="{FF2B5EF4-FFF2-40B4-BE49-F238E27FC236}">
                <a16:creationId xmlns:a16="http://schemas.microsoft.com/office/drawing/2014/main" id="{500B6BA4-A6DB-C0EC-36E8-3BCF363A66E8}"/>
              </a:ext>
            </a:extLst>
          </p:cNvPr>
          <p:cNvPicPr preferRelativeResize="0"/>
          <p:nvPr/>
        </p:nvPicPr>
        <p:blipFill>
          <a:blip r:embed="rId3">
            <a:alphaModFix/>
          </a:blip>
          <a:stretch>
            <a:fillRect/>
          </a:stretch>
        </p:blipFill>
        <p:spPr>
          <a:xfrm>
            <a:off x="139720" y="141458"/>
            <a:ext cx="174475" cy="179525"/>
          </a:xfrm>
          <a:prstGeom prst="rect">
            <a:avLst/>
          </a:prstGeom>
          <a:noFill/>
          <a:ln>
            <a:noFill/>
          </a:ln>
        </p:spPr>
      </p:pic>
      <p:pic>
        <p:nvPicPr>
          <p:cNvPr id="5" name="Google Shape;301;p31">
            <a:extLst>
              <a:ext uri="{FF2B5EF4-FFF2-40B4-BE49-F238E27FC236}">
                <a16:creationId xmlns:a16="http://schemas.microsoft.com/office/drawing/2014/main" id="{9D898BD8-2CEF-730D-2AA7-9FF543A9FC62}"/>
              </a:ext>
            </a:extLst>
          </p:cNvPr>
          <p:cNvPicPr preferRelativeResize="0"/>
          <p:nvPr/>
        </p:nvPicPr>
        <p:blipFill>
          <a:blip r:embed="rId3">
            <a:alphaModFix/>
          </a:blip>
          <a:stretch>
            <a:fillRect/>
          </a:stretch>
        </p:blipFill>
        <p:spPr>
          <a:xfrm>
            <a:off x="8760989" y="144898"/>
            <a:ext cx="174475" cy="179525"/>
          </a:xfrm>
          <a:prstGeom prst="rect">
            <a:avLst/>
          </a:prstGeom>
          <a:noFill/>
          <a:ln>
            <a:noFill/>
          </a:ln>
        </p:spPr>
      </p:pic>
      <p:pic>
        <p:nvPicPr>
          <p:cNvPr id="8" name="Picture 7">
            <a:extLst>
              <a:ext uri="{FF2B5EF4-FFF2-40B4-BE49-F238E27FC236}">
                <a16:creationId xmlns:a16="http://schemas.microsoft.com/office/drawing/2014/main" id="{64A9EC02-1A59-9EBE-E372-2F343D4612E9}"/>
              </a:ext>
            </a:extLst>
          </p:cNvPr>
          <p:cNvPicPr>
            <a:picLocks noChangeAspect="1"/>
          </p:cNvPicPr>
          <p:nvPr/>
        </p:nvPicPr>
        <p:blipFill>
          <a:blip r:embed="rId4"/>
          <a:stretch>
            <a:fillRect/>
          </a:stretch>
        </p:blipFill>
        <p:spPr>
          <a:xfrm>
            <a:off x="4844485" y="1223631"/>
            <a:ext cx="3551637" cy="2526119"/>
          </a:xfrm>
          <a:prstGeom prst="rect">
            <a:avLst/>
          </a:prstGeom>
        </p:spPr>
      </p:pic>
    </p:spTree>
    <p:extLst>
      <p:ext uri="{BB962C8B-B14F-4D97-AF65-F5344CB8AC3E}">
        <p14:creationId xmlns:p14="http://schemas.microsoft.com/office/powerpoint/2010/main" val="372596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randombar(horizontal)">
                                      <p:cBhvr>
                                        <p:cTn id="13" dur="500"/>
                                        <p:tgtEl>
                                          <p:spTgt spid="2"/>
                                        </p:tgtEl>
                                      </p:cBhvr>
                                    </p:animEffect>
                                  </p:childTnLst>
                                </p:cTn>
                              </p:par>
                              <p:par>
                                <p:cTn id="14" presetID="14" presetClass="entr" presetSubtype="1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6" name="Google Shape;273;p29">
            <a:extLst>
              <a:ext uri="{FF2B5EF4-FFF2-40B4-BE49-F238E27FC236}">
                <a16:creationId xmlns:a16="http://schemas.microsoft.com/office/drawing/2014/main" id="{90368FF5-B704-4C1C-0C5E-214F0E839A50}"/>
              </a:ext>
            </a:extLst>
          </p:cNvPr>
          <p:cNvSpPr txBox="1">
            <a:spLocks noGrp="1"/>
          </p:cNvSpPr>
          <p:nvPr>
            <p:ph type="title"/>
          </p:nvPr>
        </p:nvSpPr>
        <p:spPr>
          <a:xfrm>
            <a:off x="614078" y="16202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PREDICTION RESULT</a:t>
            </a:r>
            <a:endParaRPr b="1"/>
          </a:p>
        </p:txBody>
      </p:sp>
      <p:pic>
        <p:nvPicPr>
          <p:cNvPr id="2" name="Google Shape;301;p31">
            <a:extLst>
              <a:ext uri="{FF2B5EF4-FFF2-40B4-BE49-F238E27FC236}">
                <a16:creationId xmlns:a16="http://schemas.microsoft.com/office/drawing/2014/main" id="{BD4E7C32-5189-86FA-D581-23926A316174}"/>
              </a:ext>
            </a:extLst>
          </p:cNvPr>
          <p:cNvPicPr preferRelativeResize="0"/>
          <p:nvPr/>
        </p:nvPicPr>
        <p:blipFill>
          <a:blip r:embed="rId3">
            <a:alphaModFix/>
          </a:blip>
          <a:stretch>
            <a:fillRect/>
          </a:stretch>
        </p:blipFill>
        <p:spPr>
          <a:xfrm>
            <a:off x="139720" y="141458"/>
            <a:ext cx="174475" cy="179525"/>
          </a:xfrm>
          <a:prstGeom prst="rect">
            <a:avLst/>
          </a:prstGeom>
          <a:noFill/>
          <a:ln>
            <a:noFill/>
          </a:ln>
        </p:spPr>
      </p:pic>
      <p:pic>
        <p:nvPicPr>
          <p:cNvPr id="3" name="Google Shape;301;p31">
            <a:extLst>
              <a:ext uri="{FF2B5EF4-FFF2-40B4-BE49-F238E27FC236}">
                <a16:creationId xmlns:a16="http://schemas.microsoft.com/office/drawing/2014/main" id="{54AF836A-1BBB-9E02-0126-D95CA6CD4C51}"/>
              </a:ext>
            </a:extLst>
          </p:cNvPr>
          <p:cNvPicPr preferRelativeResize="0"/>
          <p:nvPr/>
        </p:nvPicPr>
        <p:blipFill>
          <a:blip r:embed="rId3">
            <a:alphaModFix/>
          </a:blip>
          <a:stretch>
            <a:fillRect/>
          </a:stretch>
        </p:blipFill>
        <p:spPr>
          <a:xfrm>
            <a:off x="8760989" y="144898"/>
            <a:ext cx="174475" cy="179525"/>
          </a:xfrm>
          <a:prstGeom prst="rect">
            <a:avLst/>
          </a:prstGeom>
          <a:noFill/>
          <a:ln>
            <a:noFill/>
          </a:ln>
        </p:spPr>
      </p:pic>
      <p:pic>
        <p:nvPicPr>
          <p:cNvPr id="7" name="Picture 6">
            <a:extLst>
              <a:ext uri="{FF2B5EF4-FFF2-40B4-BE49-F238E27FC236}">
                <a16:creationId xmlns:a16="http://schemas.microsoft.com/office/drawing/2014/main" id="{FAB9CFC3-139E-65D2-7671-C81C976CCE0E}"/>
              </a:ext>
            </a:extLst>
          </p:cNvPr>
          <p:cNvPicPr>
            <a:picLocks noChangeAspect="1"/>
          </p:cNvPicPr>
          <p:nvPr/>
        </p:nvPicPr>
        <p:blipFill>
          <a:blip r:embed="rId4"/>
          <a:stretch>
            <a:fillRect/>
          </a:stretch>
        </p:blipFill>
        <p:spPr>
          <a:xfrm>
            <a:off x="2296633" y="871699"/>
            <a:ext cx="4380905" cy="3809890"/>
          </a:xfrm>
          <a:prstGeom prst="rect">
            <a:avLst/>
          </a:prstGeom>
        </p:spPr>
      </p:pic>
    </p:spTree>
    <p:extLst>
      <p:ext uri="{BB962C8B-B14F-4D97-AF65-F5344CB8AC3E}">
        <p14:creationId xmlns:p14="http://schemas.microsoft.com/office/powerpoint/2010/main" val="3576118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randombar(horizontal)">
                                      <p:cBhvr>
                                        <p:cTn id="10" dur="500"/>
                                        <p:tgtEl>
                                          <p:spTgt spid="2"/>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randombar(horizont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54" name="Google Shape;298;p31">
            <a:extLst>
              <a:ext uri="{FF2B5EF4-FFF2-40B4-BE49-F238E27FC236}">
                <a16:creationId xmlns:a16="http://schemas.microsoft.com/office/drawing/2014/main" id="{2430852B-8CF7-CB55-335F-D93305429BDD}"/>
              </a:ext>
            </a:extLst>
          </p:cNvPr>
          <p:cNvSpPr txBox="1">
            <a:spLocks noGrp="1"/>
          </p:cNvSpPr>
          <p:nvPr>
            <p:ph type="title"/>
          </p:nvPr>
        </p:nvSpPr>
        <p:spPr>
          <a:xfrm>
            <a:off x="1292177" y="362666"/>
            <a:ext cx="6303205" cy="553200"/>
          </a:xfrm>
          <a:prstGeom prst="rect">
            <a:avLst/>
          </a:prstGeom>
        </p:spPr>
        <p:txBody>
          <a:bodyPr spcFirstLastPara="1" wrap="square" lIns="91425" tIns="91425" rIns="91425" bIns="91425" anchor="b" anchorCtr="0">
            <a:noAutofit/>
          </a:bodyPr>
          <a:lstStyle/>
          <a:p>
            <a:r>
              <a:rPr lang="en" sz="3600" dirty="0"/>
              <a:t>Future Scope</a:t>
            </a:r>
            <a:endParaRPr lang="en-US" sz="3600" dirty="0"/>
          </a:p>
        </p:txBody>
      </p:sp>
      <p:sp>
        <p:nvSpPr>
          <p:cNvPr id="55" name="Google Shape;299;p31">
            <a:extLst>
              <a:ext uri="{FF2B5EF4-FFF2-40B4-BE49-F238E27FC236}">
                <a16:creationId xmlns:a16="http://schemas.microsoft.com/office/drawing/2014/main" id="{60986209-1161-5A73-D2D1-2ABB44F31681}"/>
              </a:ext>
            </a:extLst>
          </p:cNvPr>
          <p:cNvSpPr txBox="1">
            <a:spLocks/>
          </p:cNvSpPr>
          <p:nvPr/>
        </p:nvSpPr>
        <p:spPr>
          <a:xfrm>
            <a:off x="704850" y="1179635"/>
            <a:ext cx="7737580" cy="37018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000"/>
              <a:buFont typeface="Bebas Neue"/>
              <a:buNone/>
              <a:defRPr sz="2000" b="1" i="0" u="none" strike="noStrike" cap="none">
                <a:solidFill>
                  <a:schemeClr val="dk1"/>
                </a:solidFill>
                <a:latin typeface="Cormorant Garamond"/>
                <a:ea typeface="Cormorant Garamond"/>
                <a:cs typeface="Cormorant Garamond"/>
                <a:sym typeface="Cormorant Garamond"/>
              </a:defRPr>
            </a:lvl1pPr>
            <a:lvl2pPr marL="914400" marR="0" lvl="1"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2pPr>
            <a:lvl3pPr marL="1371600" marR="0" lvl="2"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3pPr>
            <a:lvl4pPr marL="1828800" marR="0" lvl="3"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4pPr>
            <a:lvl5pPr marL="2286000" marR="0" lvl="4"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5pPr>
            <a:lvl6pPr marL="2743200" marR="0" lvl="5"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6pPr>
            <a:lvl7pPr marL="3200400" marR="0" lvl="6"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7pPr>
            <a:lvl8pPr marL="3657600" marR="0" lvl="7"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8pPr>
            <a:lvl9pPr marL="4114800" marR="0" lvl="8" indent="-304800" algn="l" rtl="0">
              <a:lnSpc>
                <a:spcPct val="100000"/>
              </a:lnSpc>
              <a:spcBef>
                <a:spcPts val="0"/>
              </a:spcBef>
              <a:spcAft>
                <a:spcPts val="0"/>
              </a:spcAft>
              <a:buClr>
                <a:schemeClr val="dk1"/>
              </a:buClr>
              <a:buSzPts val="2000"/>
              <a:buFont typeface="Bebas Neue"/>
              <a:buNone/>
              <a:defRPr sz="2000" b="0" i="0" u="none" strike="noStrike" cap="none">
                <a:solidFill>
                  <a:schemeClr val="dk1"/>
                </a:solidFill>
                <a:latin typeface="Bebas Neue"/>
                <a:ea typeface="Bebas Neue"/>
                <a:cs typeface="Bebas Neue"/>
                <a:sym typeface="Bebas Neue"/>
              </a:defRPr>
            </a:lvl9pPr>
          </a:lstStyle>
          <a:p>
            <a:pPr marL="342900" indent="-342900" algn="l">
              <a:lnSpc>
                <a:spcPct val="150000"/>
              </a:lnSpc>
              <a:buAutoNum type="arabicPeriod"/>
            </a:pPr>
            <a:r>
              <a:rPr lang="en-US" sz="1500" b="0" dirty="0">
                <a:latin typeface="Lato"/>
                <a:ea typeface="Lato"/>
                <a:cs typeface="Arial"/>
              </a:rPr>
              <a:t>Accuracy Improvement -</a:t>
            </a:r>
            <a:endParaRPr lang="en-US" sz="1500" dirty="0">
              <a:latin typeface="Lato"/>
              <a:ea typeface="Lato"/>
              <a:cs typeface="Lato"/>
            </a:endParaRPr>
          </a:p>
          <a:p>
            <a:pPr marL="800100" lvl="1" indent="-285750">
              <a:lnSpc>
                <a:spcPct val="150000"/>
              </a:lnSpc>
              <a:buFont typeface="Arial"/>
              <a:buChar char="•"/>
            </a:pPr>
            <a:r>
              <a:rPr lang="en-US" sz="1500" b="0" dirty="0">
                <a:latin typeface="Lato"/>
                <a:ea typeface="Lato"/>
                <a:cs typeface="Arial"/>
              </a:rPr>
              <a:t>CNN based feature extraction using Shallow </a:t>
            </a:r>
            <a:r>
              <a:rPr lang="en-US" sz="1500" dirty="0">
                <a:latin typeface="Lato"/>
                <a:ea typeface="Lato"/>
                <a:cs typeface="Arial"/>
              </a:rPr>
              <a:t>VGG</a:t>
            </a:r>
            <a:endParaRPr lang="en-US" sz="1500" dirty="0">
              <a:latin typeface="Lato"/>
              <a:ea typeface="Lato"/>
              <a:cs typeface="Lato"/>
            </a:endParaRPr>
          </a:p>
          <a:p>
            <a:pPr marL="800100" lvl="1" indent="-285750" algn="l">
              <a:lnSpc>
                <a:spcPct val="150000"/>
              </a:lnSpc>
              <a:buFont typeface="Arial"/>
              <a:buChar char="•"/>
            </a:pPr>
            <a:r>
              <a:rPr lang="en-US" sz="1500" dirty="0">
                <a:latin typeface="Lato"/>
                <a:ea typeface="Lato"/>
                <a:cs typeface="Arial"/>
              </a:rPr>
              <a:t>Then</a:t>
            </a:r>
            <a:r>
              <a:rPr lang="en-US" sz="1500" b="0" dirty="0">
                <a:latin typeface="Lato"/>
                <a:ea typeface="Lato"/>
                <a:cs typeface="Arial"/>
              </a:rPr>
              <a:t> classifying them using Random forest and </a:t>
            </a:r>
            <a:r>
              <a:rPr lang="en-US" sz="1500" b="0" dirty="0" err="1">
                <a:latin typeface="Lato"/>
                <a:ea typeface="Lato"/>
                <a:cs typeface="Arial"/>
              </a:rPr>
              <a:t>Xgboost</a:t>
            </a:r>
            <a:r>
              <a:rPr lang="en-US" sz="1500" b="0" dirty="0">
                <a:latin typeface="Lato"/>
                <a:ea typeface="Lato"/>
                <a:cs typeface="Arial"/>
              </a:rPr>
              <a:t> </a:t>
            </a:r>
            <a:r>
              <a:rPr lang="en-US" sz="1500" dirty="0">
                <a:latin typeface="Lato"/>
                <a:ea typeface="Lato"/>
                <a:cs typeface="Arial"/>
              </a:rPr>
              <a:t>classifier</a:t>
            </a:r>
            <a:endParaRPr lang="en-US" sz="1500" b="0" dirty="0">
              <a:latin typeface="Lato"/>
              <a:ea typeface="Lato"/>
              <a:cs typeface="Lato"/>
            </a:endParaRPr>
          </a:p>
          <a:p>
            <a:pPr marL="514350" lvl="1" indent="0" algn="l">
              <a:lnSpc>
                <a:spcPct val="150000"/>
              </a:lnSpc>
            </a:pPr>
            <a:endParaRPr lang="en-US" sz="1500" dirty="0">
              <a:latin typeface="Lato"/>
              <a:ea typeface="Lato"/>
              <a:cs typeface="Arial"/>
            </a:endParaRPr>
          </a:p>
          <a:p>
            <a:pPr marL="342900" indent="-342900" algn="l">
              <a:lnSpc>
                <a:spcPct val="150000"/>
              </a:lnSpc>
              <a:buAutoNum type="arabicPeriod"/>
            </a:pPr>
            <a:r>
              <a:rPr lang="en-US" sz="1500" b="0" dirty="0">
                <a:latin typeface="Lato"/>
                <a:ea typeface="Lato"/>
                <a:cs typeface="Lato"/>
              </a:rPr>
              <a:t>Support for more diseases -</a:t>
            </a:r>
            <a:endParaRPr lang="en-US" sz="1500" dirty="0">
              <a:ea typeface="Lato"/>
              <a:cs typeface="Lato"/>
            </a:endParaRPr>
          </a:p>
          <a:p>
            <a:pPr marL="800100" lvl="1" indent="-285750" algn="l">
              <a:lnSpc>
                <a:spcPct val="150000"/>
              </a:lnSpc>
              <a:buFont typeface="Arial"/>
              <a:buChar char="•"/>
            </a:pPr>
            <a:r>
              <a:rPr lang="en-US" sz="1500" dirty="0">
                <a:latin typeface="Lato"/>
                <a:ea typeface="Lato"/>
                <a:cs typeface="Lato"/>
              </a:rPr>
              <a:t>Collect more dataset </a:t>
            </a:r>
            <a:r>
              <a:rPr lang="en-US" sz="1500" b="0" dirty="0">
                <a:latin typeface="Lato"/>
                <a:ea typeface="Lato"/>
                <a:cs typeface="Lato"/>
              </a:rPr>
              <a:t>and </a:t>
            </a:r>
            <a:r>
              <a:rPr lang="en-US" sz="1500" dirty="0">
                <a:latin typeface="Lato"/>
                <a:ea typeface="Lato"/>
                <a:cs typeface="Lato"/>
              </a:rPr>
              <a:t>train the model to detect those diseases</a:t>
            </a:r>
          </a:p>
          <a:p>
            <a:pPr marL="800100" lvl="1" indent="-285750" algn="l">
              <a:lnSpc>
                <a:spcPct val="150000"/>
              </a:lnSpc>
              <a:buFont typeface="Arial"/>
              <a:buChar char="•"/>
            </a:pPr>
            <a:r>
              <a:rPr lang="en-US" sz="1400" dirty="0">
                <a:latin typeface="+mn-lt"/>
                <a:ea typeface="Lato"/>
                <a:cs typeface="Lato"/>
              </a:rPr>
              <a:t>Support for Crop Recommendation and Fertilizer Recommendation later on</a:t>
            </a:r>
            <a:r>
              <a:rPr lang="en-US" sz="1500" dirty="0">
                <a:latin typeface="+mn-lt"/>
                <a:ea typeface="Lato"/>
                <a:cs typeface="Lato"/>
              </a:rPr>
              <a:t>.</a:t>
            </a:r>
          </a:p>
          <a:p>
            <a:pPr marL="800100" lvl="1" indent="-285750" algn="l">
              <a:lnSpc>
                <a:spcPct val="150000"/>
              </a:lnSpc>
              <a:buFont typeface="Arial"/>
              <a:buChar char="•"/>
            </a:pPr>
            <a:endParaRPr lang="en-US" sz="1500" dirty="0">
              <a:latin typeface="Lato"/>
              <a:ea typeface="Lato"/>
              <a:cs typeface="Lato"/>
            </a:endParaRPr>
          </a:p>
        </p:txBody>
      </p:sp>
      <p:pic>
        <p:nvPicPr>
          <p:cNvPr id="2" name="Google Shape;301;p31">
            <a:extLst>
              <a:ext uri="{FF2B5EF4-FFF2-40B4-BE49-F238E27FC236}">
                <a16:creationId xmlns:a16="http://schemas.microsoft.com/office/drawing/2014/main" id="{F773099F-8D4B-6C21-467D-592137008CC8}"/>
              </a:ext>
            </a:extLst>
          </p:cNvPr>
          <p:cNvPicPr preferRelativeResize="0"/>
          <p:nvPr/>
        </p:nvPicPr>
        <p:blipFill>
          <a:blip r:embed="rId3">
            <a:alphaModFix/>
          </a:blip>
          <a:stretch>
            <a:fillRect/>
          </a:stretch>
        </p:blipFill>
        <p:spPr>
          <a:xfrm>
            <a:off x="139720" y="141458"/>
            <a:ext cx="174475" cy="179525"/>
          </a:xfrm>
          <a:prstGeom prst="rect">
            <a:avLst/>
          </a:prstGeom>
          <a:noFill/>
          <a:ln>
            <a:noFill/>
          </a:ln>
        </p:spPr>
      </p:pic>
      <p:pic>
        <p:nvPicPr>
          <p:cNvPr id="3" name="Google Shape;301;p31">
            <a:extLst>
              <a:ext uri="{FF2B5EF4-FFF2-40B4-BE49-F238E27FC236}">
                <a16:creationId xmlns:a16="http://schemas.microsoft.com/office/drawing/2014/main" id="{8DCDD23E-E797-D1DF-B386-1C81226C87F7}"/>
              </a:ext>
            </a:extLst>
          </p:cNvPr>
          <p:cNvPicPr preferRelativeResize="0"/>
          <p:nvPr/>
        </p:nvPicPr>
        <p:blipFill>
          <a:blip r:embed="rId3">
            <a:alphaModFix/>
          </a:blip>
          <a:stretch>
            <a:fillRect/>
          </a:stretch>
        </p:blipFill>
        <p:spPr>
          <a:xfrm>
            <a:off x="8760989" y="144898"/>
            <a:ext cx="174475" cy="179525"/>
          </a:xfrm>
          <a:prstGeom prst="rect">
            <a:avLst/>
          </a:prstGeom>
          <a:noFill/>
          <a:ln>
            <a:noFill/>
          </a:ln>
        </p:spPr>
      </p:pic>
    </p:spTree>
    <p:extLst>
      <p:ext uri="{BB962C8B-B14F-4D97-AF65-F5344CB8AC3E}">
        <p14:creationId xmlns:p14="http://schemas.microsoft.com/office/powerpoint/2010/main" val="256689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randombar(horizontal)">
                                      <p:cBhvr>
                                        <p:cTn id="7" dur="500"/>
                                        <p:tgtEl>
                                          <p:spTgt spid="54"/>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randombar(horizontal)">
                                      <p:cBhvr>
                                        <p:cTn id="10" dur="500"/>
                                        <p:tgtEl>
                                          <p:spTgt spid="55"/>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randombar(horizontal)">
                                      <p:cBhvr>
                                        <p:cTn id="13" dur="500"/>
                                        <p:tgtEl>
                                          <p:spTgt spid="2"/>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randombar(horizontal)">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28"/>
          <p:cNvSpPr txBox="1">
            <a:spLocks noGrp="1"/>
          </p:cNvSpPr>
          <p:nvPr>
            <p:ph type="ctrTitle"/>
          </p:nvPr>
        </p:nvSpPr>
        <p:spPr>
          <a:xfrm>
            <a:off x="1832287" y="2099594"/>
            <a:ext cx="5489100" cy="943842"/>
          </a:xfrm>
          <a:prstGeom prst="rect">
            <a:avLst/>
          </a:prstGeom>
        </p:spPr>
        <p:txBody>
          <a:bodyPr spcFirstLastPara="1" wrap="square" lIns="91425" tIns="91425" rIns="91425" bIns="91425" anchor="b" anchorCtr="0">
            <a:noAutofit/>
          </a:bodyPr>
          <a:lstStyle/>
          <a:p>
            <a:pPr algn="ctr"/>
            <a:r>
              <a:rPr lang="en" dirty="0"/>
              <a:t>Thank You!</a:t>
            </a:r>
            <a:endParaRPr lang="en-US" dirty="0"/>
          </a:p>
        </p:txBody>
      </p:sp>
    </p:spTree>
    <p:extLst>
      <p:ext uri="{BB962C8B-B14F-4D97-AF65-F5344CB8AC3E}">
        <p14:creationId xmlns:p14="http://schemas.microsoft.com/office/powerpoint/2010/main" val="377767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33"/>
                                        </p:tgtEl>
                                        <p:attrNameLst>
                                          <p:attrName>style.visibility</p:attrName>
                                        </p:attrNameLst>
                                      </p:cBhvr>
                                      <p:to>
                                        <p:strVal val="visible"/>
                                      </p:to>
                                    </p:set>
                                    <p:animEffect transition="in" filter="randombar(horizontal)">
                                      <p:cBhvr>
                                        <p:cTn id="7" dur="500"/>
                                        <p:tgtEl>
                                          <p:spTgt spid="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 grpId="0"/>
    </p:bldLst>
  </p:timing>
</p:sld>
</file>

<file path=ppt/theme/theme1.xml><?xml version="1.0" encoding="utf-8"?>
<a:theme xmlns:a="http://schemas.openxmlformats.org/drawingml/2006/main" name="Photo Editor Mobile App Pitch Deck by Slidesgo">
  <a:themeElements>
    <a:clrScheme name="Simple Light">
      <a:dk1>
        <a:srgbClr val="191919"/>
      </a:dk1>
      <a:lt1>
        <a:srgbClr val="FFFFFF"/>
      </a:lt1>
      <a:dk2>
        <a:srgbClr val="6F82AF"/>
      </a:dk2>
      <a:lt2>
        <a:srgbClr val="C9C18F"/>
      </a:lt2>
      <a:accent1>
        <a:srgbClr val="97A153"/>
      </a:accent1>
      <a:accent2>
        <a:srgbClr val="D3D4D6"/>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737</Words>
  <Application>Microsoft Office PowerPoint</Application>
  <PresentationFormat>On-screen Show (16:9)</PresentationFormat>
  <Paragraphs>79</Paragraphs>
  <Slides>14</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Cormorant Garamond</vt:lpstr>
      <vt:lpstr>Lato</vt:lpstr>
      <vt:lpstr>Wingdings</vt:lpstr>
      <vt:lpstr>Roboto Condensed Light</vt:lpstr>
      <vt:lpstr>PT Sans</vt:lpstr>
      <vt:lpstr>Bebas Neue</vt:lpstr>
      <vt:lpstr>Photo Editor Mobile App Pitch Deck by Slidesgo</vt:lpstr>
      <vt:lpstr>Plant Disease Identification System Using CNN</vt:lpstr>
      <vt:lpstr>Introduction</vt:lpstr>
      <vt:lpstr>Motivation</vt:lpstr>
      <vt:lpstr>Literature Review</vt:lpstr>
      <vt:lpstr>Literature Review (Continued)</vt:lpstr>
      <vt:lpstr>Importance of Enhancing Agricultural Practices with Machine Learning</vt:lpstr>
      <vt:lpstr>Tech Stack</vt:lpstr>
      <vt:lpstr>ML Model – Process Overview</vt:lpstr>
      <vt:lpstr>Result and Analysis</vt:lpstr>
      <vt:lpstr>Model Integration and Flow</vt:lpstr>
      <vt:lpstr>PREDICTION PAGE</vt:lpstr>
      <vt:lpstr>PREDICTION RESULT</vt:lpstr>
      <vt:lpstr>Future Scope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Disease Identification System</dc:title>
  <dc:creator>Shobhit Choudhury</dc:creator>
  <cp:lastModifiedBy>Kaushtubh  tiwari</cp:lastModifiedBy>
  <cp:revision>242</cp:revision>
  <dcterms:modified xsi:type="dcterms:W3CDTF">2026-04-21T03:34:15Z</dcterms:modified>
</cp:coreProperties>
</file>